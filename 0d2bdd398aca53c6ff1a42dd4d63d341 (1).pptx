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9144000" cy="6858000"/>
  <p:embeddedFontLst>
    <p:embeddedFont>
      <p:font typeface="Garamond" panose="02020404030301010803" pitchFamily="18" charset="0"/>
      <p:regular r:id="rId14"/>
      <p:bold r:id="rId15"/>
      <p:italic r:id="rId16"/>
      <p:boldItalic r:id="rId17"/>
    </p:embeddedFont>
    <p:embeddedFont>
      <p:font typeface="Verdana" panose="020B060403050404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4DCFFA-B9A6-4036-B154-4EBD70FEB35F}">
  <a:tblStyle styleId="{CB4DCFFA-B9A6-4036-B154-4EBD70FEB35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fill>
          <a:solidFill>
            <a:srgbClr val="CFD7E7"/>
          </a:solidFill>
        </a:fill>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6"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6"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6"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76117" y="4784835"/>
            <a:ext cx="5408930" cy="3914863"/>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92" name="Google Shape;92;p2:notes"/>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3:notes"/>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104" name="Google Shape;104;p3:notes"/>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114" name="Google Shape;114;p4:notes"/>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7:notes"/>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125" name="Google Shape;125;p7:notes"/>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9:notes"/>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136" name="Google Shape;136;p9:notes"/>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8:notes"/>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145" name="Google Shape;145;p8:notes"/>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4da79c17e0_0_23:notes"/>
          <p:cNvSpPr>
            <a:spLocks noGrp="1" noRot="1" noChangeAspect="1"/>
          </p:cNvSpPr>
          <p:nvPr>
            <p:ph type="sldImg" idx="2"/>
          </p:nvPr>
        </p:nvSpPr>
        <p:spPr>
          <a:xfrm>
            <a:off x="1144588" y="1243013"/>
            <a:ext cx="4472100" cy="335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4da79c17e0_0_23:notes"/>
          <p:cNvSpPr txBox="1">
            <a:spLocks noGrp="1"/>
          </p:cNvSpPr>
          <p:nvPr>
            <p:ph type="body" idx="1"/>
          </p:nvPr>
        </p:nvSpPr>
        <p:spPr>
          <a:xfrm>
            <a:off x="676117" y="4784835"/>
            <a:ext cx="5409000" cy="3915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153" name="Google Shape;153;g34da79c17e0_0_23:notes"/>
          <p:cNvSpPr txBox="1">
            <a:spLocks noGrp="1"/>
          </p:cNvSpPr>
          <p:nvPr>
            <p:ph type="sldNum" idx="12"/>
          </p:nvPr>
        </p:nvSpPr>
        <p:spPr>
          <a:xfrm>
            <a:off x="3829761" y="9443662"/>
            <a:ext cx="2929800" cy="498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0:notes"/>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161" name="Google Shape;161;p10:notes"/>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1: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1:notes"/>
          <p:cNvSpPr txBox="1">
            <a:spLocks noGrp="1"/>
          </p:cNvSpPr>
          <p:nvPr>
            <p:ph type="body" idx="1"/>
          </p:nvPr>
        </p:nvSpPr>
        <p:spPr>
          <a:xfrm>
            <a:off x="676117" y="4784835"/>
            <a:ext cx="5408930" cy="39148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New Courses replaced with New Programmes</a:t>
            </a:r>
            <a:endParaRPr/>
          </a:p>
        </p:txBody>
      </p:sp>
      <p:sp>
        <p:nvSpPr>
          <p:cNvPr id="172" name="Google Shape;172;p11:notes"/>
          <p:cNvSpPr txBox="1">
            <a:spLocks noGrp="1"/>
          </p:cNvSpPr>
          <p:nvPr>
            <p:ph type="sldNum" idx="12"/>
          </p:nvPr>
        </p:nvSpPr>
        <p:spPr>
          <a:xfrm>
            <a:off x="3829761" y="9443662"/>
            <a:ext cx="2929836"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txBox="1">
            <a:spLocks noGrp="1"/>
          </p:cNvSpPr>
          <p:nvPr>
            <p:ph type="body" idx="1"/>
          </p:nvPr>
        </p:nvSpPr>
        <p:spPr>
          <a:xfrm>
            <a:off x="676117" y="4784835"/>
            <a:ext cx="5408930" cy="3914863"/>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3:notes"/>
          <p:cNvSpPr>
            <a:spLocks noGrp="1" noRot="1" noChangeAspect="1"/>
          </p:cNvSpPr>
          <p:nvPr>
            <p:ph type="sldImg" idx="2"/>
          </p:nvPr>
        </p:nvSpPr>
        <p:spPr>
          <a:xfrm>
            <a:off x="1144588" y="1243013"/>
            <a:ext cx="447198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0"/>
              </a:spcBef>
              <a:spcAft>
                <a:spcPts val="0"/>
              </a:spcAft>
              <a:buClr>
                <a:schemeClr val="dk1"/>
              </a:buClr>
              <a:buSzPts val="1800"/>
              <a:buChar char="•"/>
              <a:defRPr/>
            </a:lvl1pPr>
            <a:lvl2pPr marL="914400" lvl="1" indent="-342900" algn="l">
              <a:spcBef>
                <a:spcPts val="0"/>
              </a:spcBef>
              <a:spcAft>
                <a:spcPts val="0"/>
              </a:spcAft>
              <a:buClr>
                <a:schemeClr val="dk1"/>
              </a:buClr>
              <a:buSzPts val="1800"/>
              <a:buChar char="–"/>
              <a:defRPr/>
            </a:lvl2pPr>
            <a:lvl3pPr marL="1371600" lvl="2" indent="-342900" algn="l">
              <a:spcBef>
                <a:spcPts val="0"/>
              </a:spcBef>
              <a:spcAft>
                <a:spcPts val="0"/>
              </a:spcAft>
              <a:buClr>
                <a:schemeClr val="dk1"/>
              </a:buClr>
              <a:buSzPts val="1800"/>
              <a:buChar char="•"/>
              <a:defRPr/>
            </a:lvl3pPr>
            <a:lvl4pPr marL="1828800" lvl="3" indent="-342900" algn="l">
              <a:spcBef>
                <a:spcPts val="0"/>
              </a:spcBef>
              <a:spcAft>
                <a:spcPts val="0"/>
              </a:spcAft>
              <a:buClr>
                <a:schemeClr val="dk1"/>
              </a:buClr>
              <a:buSzPts val="1800"/>
              <a:buChar char="–"/>
              <a:defRPr/>
            </a:lvl4pPr>
            <a:lvl5pPr marL="2286000" lvl="4" indent="-342900" algn="l">
              <a:spcBef>
                <a:spcPts val="0"/>
              </a:spcBef>
              <a:spcAft>
                <a:spcPts val="0"/>
              </a:spcAft>
              <a:buClr>
                <a:schemeClr val="dk1"/>
              </a:buClr>
              <a:buSzPts val="1800"/>
              <a:buChar char="»"/>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599"/>
          </a:xfrm>
          <a:prstGeom prst="rect">
            <a:avLst/>
          </a:prstGeom>
          <a:noFill/>
          <a:ln>
            <a:noFill/>
          </a:ln>
        </p:spPr>
        <p:txBody>
          <a:bodyPr spcFirstLastPara="1" wrap="square" lIns="91425" tIns="45700" rIns="91425" bIns="45700" anchor="t" anchorCtr="0">
            <a:normAutofit/>
          </a:bodyPr>
          <a:lstStyle>
            <a:lvl1pPr lvl="0" algn="ctr">
              <a:spcBef>
                <a:spcPts val="0"/>
              </a:spcBef>
              <a:spcAft>
                <a:spcPts val="0"/>
              </a:spcAft>
              <a:buClr>
                <a:srgbClr val="888888"/>
              </a:buClr>
              <a:buSzPts val="3200"/>
              <a:buNone/>
              <a:defRPr>
                <a:solidFill>
                  <a:srgbClr val="888888"/>
                </a:solidFill>
              </a:defRPr>
            </a:lvl1pPr>
            <a:lvl2pPr lvl="1" algn="ctr">
              <a:spcBef>
                <a:spcPts val="0"/>
              </a:spcBef>
              <a:spcAft>
                <a:spcPts val="0"/>
              </a:spcAft>
              <a:buClr>
                <a:srgbClr val="888888"/>
              </a:buClr>
              <a:buSzPts val="2800"/>
              <a:buNone/>
              <a:defRPr>
                <a:solidFill>
                  <a:srgbClr val="888888"/>
                </a:solidFill>
              </a:defRPr>
            </a:lvl2pPr>
            <a:lvl3pPr lvl="2" algn="ctr">
              <a:spcBef>
                <a:spcPts val="0"/>
              </a:spcBef>
              <a:spcAft>
                <a:spcPts val="0"/>
              </a:spcAft>
              <a:buClr>
                <a:srgbClr val="888888"/>
              </a:buClr>
              <a:buSzPts val="2400"/>
              <a:buNone/>
              <a:defRPr>
                <a:solidFill>
                  <a:srgbClr val="888888"/>
                </a:solidFill>
              </a:defRPr>
            </a:lvl3pPr>
            <a:lvl4pPr lvl="3" algn="ctr">
              <a:spcBef>
                <a:spcPts val="0"/>
              </a:spcBef>
              <a:spcAft>
                <a:spcPts val="0"/>
              </a:spcAft>
              <a:buClr>
                <a:srgbClr val="888888"/>
              </a:buClr>
              <a:buSzPts val="2000"/>
              <a:buNone/>
              <a:defRPr>
                <a:solidFill>
                  <a:srgbClr val="888888"/>
                </a:solidFill>
              </a:defRPr>
            </a:lvl4pPr>
            <a:lvl5pPr lvl="4" algn="ctr">
              <a:spcBef>
                <a:spcPts val="0"/>
              </a:spcBef>
              <a:spcAft>
                <a:spcPts val="0"/>
              </a:spcAft>
              <a:buClr>
                <a:srgbClr val="888888"/>
              </a:buClr>
              <a:buSzPts val="2000"/>
              <a:buNone/>
              <a:defRPr>
                <a:solidFill>
                  <a:srgbClr val="888888"/>
                </a:solidFill>
              </a:defRPr>
            </a:lvl5pPr>
            <a:lvl6pPr lvl="5" algn="ctr">
              <a:spcBef>
                <a:spcPts val="0"/>
              </a:spcBef>
              <a:spcAft>
                <a:spcPts val="0"/>
              </a:spcAft>
              <a:buClr>
                <a:srgbClr val="888888"/>
              </a:buClr>
              <a:buSzPts val="2000"/>
              <a:buNone/>
              <a:defRPr>
                <a:solidFill>
                  <a:srgbClr val="888888"/>
                </a:solidFill>
              </a:defRPr>
            </a:lvl6pPr>
            <a:lvl7pPr lvl="6" algn="ctr">
              <a:spcBef>
                <a:spcPts val="0"/>
              </a:spcBef>
              <a:spcAft>
                <a:spcPts val="0"/>
              </a:spcAft>
              <a:buClr>
                <a:srgbClr val="888888"/>
              </a:buClr>
              <a:buSzPts val="2000"/>
              <a:buNone/>
              <a:defRPr>
                <a:solidFill>
                  <a:srgbClr val="888888"/>
                </a:solidFill>
              </a:defRPr>
            </a:lvl7pPr>
            <a:lvl8pPr lvl="7" algn="ctr">
              <a:spcBef>
                <a:spcPts val="0"/>
              </a:spcBef>
              <a:spcAft>
                <a:spcPts val="0"/>
              </a:spcAft>
              <a:buClr>
                <a:srgbClr val="888888"/>
              </a:buClr>
              <a:buSzPts val="2000"/>
              <a:buNone/>
              <a:defRPr>
                <a:solidFill>
                  <a:srgbClr val="888888"/>
                </a:solidFill>
              </a:defRPr>
            </a:lvl8pPr>
            <a:lvl9pPr lvl="8" algn="ctr">
              <a:spcBef>
                <a:spcPts val="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Clr>
                <a:srgbClr val="888888"/>
              </a:buClr>
              <a:buSzPts val="2000"/>
              <a:buNone/>
              <a:defRPr sz="2000">
                <a:solidFill>
                  <a:srgbClr val="888888"/>
                </a:solidFill>
              </a:defRPr>
            </a:lvl1pPr>
            <a:lvl2pPr marL="914400" lvl="1" indent="-228600" algn="l">
              <a:spcBef>
                <a:spcPts val="0"/>
              </a:spcBef>
              <a:spcAft>
                <a:spcPts val="0"/>
              </a:spcAft>
              <a:buClr>
                <a:srgbClr val="888888"/>
              </a:buClr>
              <a:buSzPts val="1800"/>
              <a:buNone/>
              <a:defRPr sz="1800">
                <a:solidFill>
                  <a:srgbClr val="888888"/>
                </a:solidFill>
              </a:defRPr>
            </a:lvl2pPr>
            <a:lvl3pPr marL="1371600" lvl="2" indent="-228600" algn="l">
              <a:spcBef>
                <a:spcPts val="0"/>
              </a:spcBef>
              <a:spcAft>
                <a:spcPts val="0"/>
              </a:spcAft>
              <a:buClr>
                <a:srgbClr val="888888"/>
              </a:buClr>
              <a:buSzPts val="1600"/>
              <a:buNone/>
              <a:defRPr sz="1600">
                <a:solidFill>
                  <a:srgbClr val="888888"/>
                </a:solidFill>
              </a:defRPr>
            </a:lvl3pPr>
            <a:lvl4pPr marL="1828800" lvl="3" indent="-228600" algn="l">
              <a:spcBef>
                <a:spcPts val="0"/>
              </a:spcBef>
              <a:spcAft>
                <a:spcPts val="0"/>
              </a:spcAft>
              <a:buClr>
                <a:srgbClr val="888888"/>
              </a:buClr>
              <a:buSzPts val="1400"/>
              <a:buNone/>
              <a:defRPr sz="1400">
                <a:solidFill>
                  <a:srgbClr val="888888"/>
                </a:solidFill>
              </a:defRPr>
            </a:lvl4pPr>
            <a:lvl5pPr marL="2286000" lvl="4" indent="-228600" algn="l">
              <a:spcBef>
                <a:spcPts val="0"/>
              </a:spcBef>
              <a:spcAft>
                <a:spcPts val="0"/>
              </a:spcAft>
              <a:buClr>
                <a:srgbClr val="888888"/>
              </a:buClr>
              <a:buSzPts val="1400"/>
              <a:buNone/>
              <a:defRPr sz="1400">
                <a:solidFill>
                  <a:srgbClr val="888888"/>
                </a:solidFill>
              </a:defRPr>
            </a:lvl5pPr>
            <a:lvl6pPr marL="2743200" lvl="5" indent="-228600" algn="l">
              <a:spcBef>
                <a:spcPts val="0"/>
              </a:spcBef>
              <a:spcAft>
                <a:spcPts val="0"/>
              </a:spcAft>
              <a:buClr>
                <a:srgbClr val="888888"/>
              </a:buClr>
              <a:buSzPts val="1400"/>
              <a:buNone/>
              <a:defRPr sz="1400">
                <a:solidFill>
                  <a:srgbClr val="888888"/>
                </a:solidFill>
              </a:defRPr>
            </a:lvl6pPr>
            <a:lvl7pPr marL="3200400" lvl="6" indent="-228600" algn="l">
              <a:spcBef>
                <a:spcPts val="0"/>
              </a:spcBef>
              <a:spcAft>
                <a:spcPts val="0"/>
              </a:spcAft>
              <a:buClr>
                <a:srgbClr val="888888"/>
              </a:buClr>
              <a:buSzPts val="1400"/>
              <a:buNone/>
              <a:defRPr sz="1400">
                <a:solidFill>
                  <a:srgbClr val="888888"/>
                </a:solidFill>
              </a:defRPr>
            </a:lvl7pPr>
            <a:lvl8pPr marL="3657600" lvl="7" indent="-228600" algn="l">
              <a:spcBef>
                <a:spcPts val="0"/>
              </a:spcBef>
              <a:spcAft>
                <a:spcPts val="0"/>
              </a:spcAft>
              <a:buClr>
                <a:srgbClr val="888888"/>
              </a:buClr>
              <a:buSzPts val="1400"/>
              <a:buNone/>
              <a:defRPr sz="1400">
                <a:solidFill>
                  <a:srgbClr val="888888"/>
                </a:solidFill>
              </a:defRPr>
            </a:lvl8pPr>
            <a:lvl9pPr marL="4114800" lvl="8" indent="-228600" algn="l">
              <a:spcBef>
                <a:spcPts val="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0"/>
              </a:spcBef>
              <a:spcAft>
                <a:spcPts val="0"/>
              </a:spcAft>
              <a:buClr>
                <a:schemeClr val="dk1"/>
              </a:buClr>
              <a:buSzPts val="2800"/>
              <a:buChar char="•"/>
              <a:defRPr sz="2800"/>
            </a:lvl1pPr>
            <a:lvl2pPr marL="914400" lvl="1" indent="-381000" algn="l">
              <a:spcBef>
                <a:spcPts val="0"/>
              </a:spcBef>
              <a:spcAft>
                <a:spcPts val="0"/>
              </a:spcAft>
              <a:buClr>
                <a:schemeClr val="dk1"/>
              </a:buClr>
              <a:buSzPts val="2400"/>
              <a:buChar char="–"/>
              <a:defRPr sz="2400"/>
            </a:lvl2pPr>
            <a:lvl3pPr marL="1371600" lvl="2" indent="-355600" algn="l">
              <a:spcBef>
                <a:spcPts val="0"/>
              </a:spcBef>
              <a:spcAft>
                <a:spcPts val="0"/>
              </a:spcAft>
              <a:buClr>
                <a:schemeClr val="dk1"/>
              </a:buClr>
              <a:buSzPts val="2000"/>
              <a:buChar char="•"/>
              <a:defRPr sz="2000"/>
            </a:lvl3pPr>
            <a:lvl4pPr marL="1828800" lvl="3" indent="-342900" algn="l">
              <a:spcBef>
                <a:spcPts val="0"/>
              </a:spcBef>
              <a:spcAft>
                <a:spcPts val="0"/>
              </a:spcAft>
              <a:buClr>
                <a:schemeClr val="dk1"/>
              </a:buClr>
              <a:buSzPts val="1800"/>
              <a:buChar char="–"/>
              <a:defRPr sz="1800"/>
            </a:lvl4pPr>
            <a:lvl5pPr marL="2286000" lvl="4" indent="-342900" algn="l">
              <a:spcBef>
                <a:spcPts val="0"/>
              </a:spcBef>
              <a:spcAft>
                <a:spcPts val="0"/>
              </a:spcAft>
              <a:buClr>
                <a:schemeClr val="dk1"/>
              </a:buClr>
              <a:buSzPts val="1800"/>
              <a:buChar char="»"/>
              <a:defRPr sz="1800"/>
            </a:lvl5pPr>
            <a:lvl6pPr marL="2743200" lvl="5" indent="-342900" algn="l">
              <a:spcBef>
                <a:spcPts val="0"/>
              </a:spcBef>
              <a:spcAft>
                <a:spcPts val="0"/>
              </a:spcAft>
              <a:buClr>
                <a:schemeClr val="dk1"/>
              </a:buClr>
              <a:buSzPts val="1800"/>
              <a:buChar char="•"/>
              <a:defRPr sz="1800"/>
            </a:lvl6pPr>
            <a:lvl7pPr marL="3200400" lvl="6" indent="-342900" algn="l">
              <a:spcBef>
                <a:spcPts val="0"/>
              </a:spcBef>
              <a:spcAft>
                <a:spcPts val="0"/>
              </a:spcAft>
              <a:buClr>
                <a:schemeClr val="dk1"/>
              </a:buClr>
              <a:buSzPts val="1800"/>
              <a:buChar char="•"/>
              <a:defRPr sz="1800"/>
            </a:lvl7pPr>
            <a:lvl8pPr marL="3657600" lvl="7" indent="-342900" algn="l">
              <a:spcBef>
                <a:spcPts val="0"/>
              </a:spcBef>
              <a:spcAft>
                <a:spcPts val="0"/>
              </a:spcAft>
              <a:buClr>
                <a:schemeClr val="dk1"/>
              </a:buClr>
              <a:buSzPts val="1800"/>
              <a:buChar char="•"/>
              <a:defRPr sz="1800"/>
            </a:lvl8pPr>
            <a:lvl9pPr marL="4114800" lvl="8" indent="-342900" algn="l">
              <a:spcBef>
                <a:spcPts val="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0"/>
              </a:spcBef>
              <a:spcAft>
                <a:spcPts val="0"/>
              </a:spcAft>
              <a:buClr>
                <a:schemeClr val="dk1"/>
              </a:buClr>
              <a:buSzPts val="2800"/>
              <a:buChar char="•"/>
              <a:defRPr sz="2800"/>
            </a:lvl1pPr>
            <a:lvl2pPr marL="914400" lvl="1" indent="-381000" algn="l">
              <a:spcBef>
                <a:spcPts val="0"/>
              </a:spcBef>
              <a:spcAft>
                <a:spcPts val="0"/>
              </a:spcAft>
              <a:buClr>
                <a:schemeClr val="dk1"/>
              </a:buClr>
              <a:buSzPts val="2400"/>
              <a:buChar char="–"/>
              <a:defRPr sz="2400"/>
            </a:lvl2pPr>
            <a:lvl3pPr marL="1371600" lvl="2" indent="-355600" algn="l">
              <a:spcBef>
                <a:spcPts val="0"/>
              </a:spcBef>
              <a:spcAft>
                <a:spcPts val="0"/>
              </a:spcAft>
              <a:buClr>
                <a:schemeClr val="dk1"/>
              </a:buClr>
              <a:buSzPts val="2000"/>
              <a:buChar char="•"/>
              <a:defRPr sz="2000"/>
            </a:lvl3pPr>
            <a:lvl4pPr marL="1828800" lvl="3" indent="-342900" algn="l">
              <a:spcBef>
                <a:spcPts val="0"/>
              </a:spcBef>
              <a:spcAft>
                <a:spcPts val="0"/>
              </a:spcAft>
              <a:buClr>
                <a:schemeClr val="dk1"/>
              </a:buClr>
              <a:buSzPts val="1800"/>
              <a:buChar char="–"/>
              <a:defRPr sz="1800"/>
            </a:lvl4pPr>
            <a:lvl5pPr marL="2286000" lvl="4" indent="-342900" algn="l">
              <a:spcBef>
                <a:spcPts val="0"/>
              </a:spcBef>
              <a:spcAft>
                <a:spcPts val="0"/>
              </a:spcAft>
              <a:buClr>
                <a:schemeClr val="dk1"/>
              </a:buClr>
              <a:buSzPts val="1800"/>
              <a:buChar char="»"/>
              <a:defRPr sz="1800"/>
            </a:lvl5pPr>
            <a:lvl6pPr marL="2743200" lvl="5" indent="-342900" algn="l">
              <a:spcBef>
                <a:spcPts val="0"/>
              </a:spcBef>
              <a:spcAft>
                <a:spcPts val="0"/>
              </a:spcAft>
              <a:buClr>
                <a:schemeClr val="dk1"/>
              </a:buClr>
              <a:buSzPts val="1800"/>
              <a:buChar char="•"/>
              <a:defRPr sz="1800"/>
            </a:lvl6pPr>
            <a:lvl7pPr marL="3200400" lvl="6" indent="-342900" algn="l">
              <a:spcBef>
                <a:spcPts val="0"/>
              </a:spcBef>
              <a:spcAft>
                <a:spcPts val="0"/>
              </a:spcAft>
              <a:buClr>
                <a:schemeClr val="dk1"/>
              </a:buClr>
              <a:buSzPts val="1800"/>
              <a:buChar char="•"/>
              <a:defRPr sz="1800"/>
            </a:lvl7pPr>
            <a:lvl8pPr marL="3657600" lvl="7" indent="-342900" algn="l">
              <a:spcBef>
                <a:spcPts val="0"/>
              </a:spcBef>
              <a:spcAft>
                <a:spcPts val="0"/>
              </a:spcAft>
              <a:buClr>
                <a:schemeClr val="dk1"/>
              </a:buClr>
              <a:buSzPts val="1800"/>
              <a:buChar char="•"/>
              <a:defRPr sz="1800"/>
            </a:lvl8pPr>
            <a:lvl9pPr marL="4114800" lvl="8" indent="-342900" algn="l">
              <a:spcBef>
                <a:spcPts val="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Clr>
                <a:schemeClr val="dk1"/>
              </a:buClr>
              <a:buSzPts val="2400"/>
              <a:buNone/>
              <a:defRPr sz="2400" b="1"/>
            </a:lvl1pPr>
            <a:lvl2pPr marL="914400" lvl="1" indent="-228600" algn="l">
              <a:spcBef>
                <a:spcPts val="0"/>
              </a:spcBef>
              <a:spcAft>
                <a:spcPts val="0"/>
              </a:spcAft>
              <a:buClr>
                <a:schemeClr val="dk1"/>
              </a:buClr>
              <a:buSzPts val="2000"/>
              <a:buNone/>
              <a:defRPr sz="2000" b="1"/>
            </a:lvl2pPr>
            <a:lvl3pPr marL="1371600" lvl="2" indent="-228600" algn="l">
              <a:spcBef>
                <a:spcPts val="0"/>
              </a:spcBef>
              <a:spcAft>
                <a:spcPts val="0"/>
              </a:spcAft>
              <a:buClr>
                <a:schemeClr val="dk1"/>
              </a:buClr>
              <a:buSzPts val="1800"/>
              <a:buNone/>
              <a:defRPr sz="1800" b="1"/>
            </a:lvl3pPr>
            <a:lvl4pPr marL="1828800" lvl="3" indent="-228600" algn="l">
              <a:spcBef>
                <a:spcPts val="0"/>
              </a:spcBef>
              <a:spcAft>
                <a:spcPts val="0"/>
              </a:spcAft>
              <a:buClr>
                <a:schemeClr val="dk1"/>
              </a:buClr>
              <a:buSzPts val="1600"/>
              <a:buNone/>
              <a:defRPr sz="1600" b="1"/>
            </a:lvl4pPr>
            <a:lvl5pPr marL="2286000" lvl="4" indent="-228600" algn="l">
              <a:spcBef>
                <a:spcPts val="0"/>
              </a:spcBef>
              <a:spcAft>
                <a:spcPts val="0"/>
              </a:spcAft>
              <a:buClr>
                <a:schemeClr val="dk1"/>
              </a:buClr>
              <a:buSzPts val="1600"/>
              <a:buNone/>
              <a:defRPr sz="1600" b="1"/>
            </a:lvl5pPr>
            <a:lvl6pPr marL="2743200" lvl="5" indent="-228600" algn="l">
              <a:spcBef>
                <a:spcPts val="0"/>
              </a:spcBef>
              <a:spcAft>
                <a:spcPts val="0"/>
              </a:spcAft>
              <a:buClr>
                <a:schemeClr val="dk1"/>
              </a:buClr>
              <a:buSzPts val="1600"/>
              <a:buNone/>
              <a:defRPr sz="1600" b="1"/>
            </a:lvl6pPr>
            <a:lvl7pPr marL="3200400" lvl="6" indent="-228600" algn="l">
              <a:spcBef>
                <a:spcPts val="0"/>
              </a:spcBef>
              <a:spcAft>
                <a:spcPts val="0"/>
              </a:spcAft>
              <a:buClr>
                <a:schemeClr val="dk1"/>
              </a:buClr>
              <a:buSzPts val="1600"/>
              <a:buNone/>
              <a:defRPr sz="1600" b="1"/>
            </a:lvl7pPr>
            <a:lvl8pPr marL="3657600" lvl="7" indent="-228600" algn="l">
              <a:spcBef>
                <a:spcPts val="0"/>
              </a:spcBef>
              <a:spcAft>
                <a:spcPts val="0"/>
              </a:spcAft>
              <a:buClr>
                <a:schemeClr val="dk1"/>
              </a:buClr>
              <a:buSzPts val="1600"/>
              <a:buNone/>
              <a:defRPr sz="1600" b="1"/>
            </a:lvl8pPr>
            <a:lvl9pPr marL="4114800" lvl="8" indent="-228600" algn="l">
              <a:spcBef>
                <a:spcPts val="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0"/>
              </a:spcBef>
              <a:spcAft>
                <a:spcPts val="0"/>
              </a:spcAft>
              <a:buClr>
                <a:schemeClr val="dk1"/>
              </a:buClr>
              <a:buSzPts val="2400"/>
              <a:buChar char="•"/>
              <a:defRPr sz="2400"/>
            </a:lvl1pPr>
            <a:lvl2pPr marL="914400" lvl="1" indent="-355600" algn="l">
              <a:spcBef>
                <a:spcPts val="0"/>
              </a:spcBef>
              <a:spcAft>
                <a:spcPts val="0"/>
              </a:spcAft>
              <a:buClr>
                <a:schemeClr val="dk1"/>
              </a:buClr>
              <a:buSzPts val="2000"/>
              <a:buChar char="–"/>
              <a:defRPr sz="2000"/>
            </a:lvl2pPr>
            <a:lvl3pPr marL="1371600" lvl="2" indent="-342900" algn="l">
              <a:spcBef>
                <a:spcPts val="0"/>
              </a:spcBef>
              <a:spcAft>
                <a:spcPts val="0"/>
              </a:spcAft>
              <a:buClr>
                <a:schemeClr val="dk1"/>
              </a:buClr>
              <a:buSzPts val="1800"/>
              <a:buChar char="•"/>
              <a:defRPr sz="1800"/>
            </a:lvl3pPr>
            <a:lvl4pPr marL="1828800" lvl="3" indent="-330200" algn="l">
              <a:spcBef>
                <a:spcPts val="0"/>
              </a:spcBef>
              <a:spcAft>
                <a:spcPts val="0"/>
              </a:spcAft>
              <a:buClr>
                <a:schemeClr val="dk1"/>
              </a:buClr>
              <a:buSzPts val="1600"/>
              <a:buChar char="–"/>
              <a:defRPr sz="1600"/>
            </a:lvl4pPr>
            <a:lvl5pPr marL="2286000" lvl="4" indent="-330200" algn="l">
              <a:spcBef>
                <a:spcPts val="0"/>
              </a:spcBef>
              <a:spcAft>
                <a:spcPts val="0"/>
              </a:spcAft>
              <a:buClr>
                <a:schemeClr val="dk1"/>
              </a:buClr>
              <a:buSzPts val="1600"/>
              <a:buChar char="»"/>
              <a:defRPr sz="1600"/>
            </a:lvl5pPr>
            <a:lvl6pPr marL="2743200" lvl="5" indent="-330200" algn="l">
              <a:spcBef>
                <a:spcPts val="0"/>
              </a:spcBef>
              <a:spcAft>
                <a:spcPts val="0"/>
              </a:spcAft>
              <a:buClr>
                <a:schemeClr val="dk1"/>
              </a:buClr>
              <a:buSzPts val="1600"/>
              <a:buChar char="•"/>
              <a:defRPr sz="1600"/>
            </a:lvl6pPr>
            <a:lvl7pPr marL="3200400" lvl="6" indent="-330200" algn="l">
              <a:spcBef>
                <a:spcPts val="0"/>
              </a:spcBef>
              <a:spcAft>
                <a:spcPts val="0"/>
              </a:spcAft>
              <a:buClr>
                <a:schemeClr val="dk1"/>
              </a:buClr>
              <a:buSzPts val="1600"/>
              <a:buChar char="•"/>
              <a:defRPr sz="1600"/>
            </a:lvl7pPr>
            <a:lvl8pPr marL="3657600" lvl="7" indent="-330200" algn="l">
              <a:spcBef>
                <a:spcPts val="0"/>
              </a:spcBef>
              <a:spcAft>
                <a:spcPts val="0"/>
              </a:spcAft>
              <a:buClr>
                <a:schemeClr val="dk1"/>
              </a:buClr>
              <a:buSzPts val="1600"/>
              <a:buChar char="•"/>
              <a:defRPr sz="1600"/>
            </a:lvl8pPr>
            <a:lvl9pPr marL="4114800" lvl="8" indent="-330200" algn="l">
              <a:spcBef>
                <a:spcPts val="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Clr>
                <a:schemeClr val="dk1"/>
              </a:buClr>
              <a:buSzPts val="2400"/>
              <a:buNone/>
              <a:defRPr sz="2400" b="1"/>
            </a:lvl1pPr>
            <a:lvl2pPr marL="914400" lvl="1" indent="-228600" algn="l">
              <a:spcBef>
                <a:spcPts val="0"/>
              </a:spcBef>
              <a:spcAft>
                <a:spcPts val="0"/>
              </a:spcAft>
              <a:buClr>
                <a:schemeClr val="dk1"/>
              </a:buClr>
              <a:buSzPts val="2000"/>
              <a:buNone/>
              <a:defRPr sz="2000" b="1"/>
            </a:lvl2pPr>
            <a:lvl3pPr marL="1371600" lvl="2" indent="-228600" algn="l">
              <a:spcBef>
                <a:spcPts val="0"/>
              </a:spcBef>
              <a:spcAft>
                <a:spcPts val="0"/>
              </a:spcAft>
              <a:buClr>
                <a:schemeClr val="dk1"/>
              </a:buClr>
              <a:buSzPts val="1800"/>
              <a:buNone/>
              <a:defRPr sz="1800" b="1"/>
            </a:lvl3pPr>
            <a:lvl4pPr marL="1828800" lvl="3" indent="-228600" algn="l">
              <a:spcBef>
                <a:spcPts val="0"/>
              </a:spcBef>
              <a:spcAft>
                <a:spcPts val="0"/>
              </a:spcAft>
              <a:buClr>
                <a:schemeClr val="dk1"/>
              </a:buClr>
              <a:buSzPts val="1600"/>
              <a:buNone/>
              <a:defRPr sz="1600" b="1"/>
            </a:lvl4pPr>
            <a:lvl5pPr marL="2286000" lvl="4" indent="-228600" algn="l">
              <a:spcBef>
                <a:spcPts val="0"/>
              </a:spcBef>
              <a:spcAft>
                <a:spcPts val="0"/>
              </a:spcAft>
              <a:buClr>
                <a:schemeClr val="dk1"/>
              </a:buClr>
              <a:buSzPts val="1600"/>
              <a:buNone/>
              <a:defRPr sz="1600" b="1"/>
            </a:lvl5pPr>
            <a:lvl6pPr marL="2743200" lvl="5" indent="-228600" algn="l">
              <a:spcBef>
                <a:spcPts val="0"/>
              </a:spcBef>
              <a:spcAft>
                <a:spcPts val="0"/>
              </a:spcAft>
              <a:buClr>
                <a:schemeClr val="dk1"/>
              </a:buClr>
              <a:buSzPts val="1600"/>
              <a:buNone/>
              <a:defRPr sz="1600" b="1"/>
            </a:lvl6pPr>
            <a:lvl7pPr marL="3200400" lvl="6" indent="-228600" algn="l">
              <a:spcBef>
                <a:spcPts val="0"/>
              </a:spcBef>
              <a:spcAft>
                <a:spcPts val="0"/>
              </a:spcAft>
              <a:buClr>
                <a:schemeClr val="dk1"/>
              </a:buClr>
              <a:buSzPts val="1600"/>
              <a:buNone/>
              <a:defRPr sz="1600" b="1"/>
            </a:lvl7pPr>
            <a:lvl8pPr marL="3657600" lvl="7" indent="-228600" algn="l">
              <a:spcBef>
                <a:spcPts val="0"/>
              </a:spcBef>
              <a:spcAft>
                <a:spcPts val="0"/>
              </a:spcAft>
              <a:buClr>
                <a:schemeClr val="dk1"/>
              </a:buClr>
              <a:buSzPts val="1600"/>
              <a:buNone/>
              <a:defRPr sz="1600" b="1"/>
            </a:lvl8pPr>
            <a:lvl9pPr marL="4114800" lvl="8" indent="-228600" algn="l">
              <a:spcBef>
                <a:spcPts val="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0"/>
              </a:spcBef>
              <a:spcAft>
                <a:spcPts val="0"/>
              </a:spcAft>
              <a:buClr>
                <a:schemeClr val="dk1"/>
              </a:buClr>
              <a:buSzPts val="2400"/>
              <a:buChar char="•"/>
              <a:defRPr sz="2400"/>
            </a:lvl1pPr>
            <a:lvl2pPr marL="914400" lvl="1" indent="-355600" algn="l">
              <a:spcBef>
                <a:spcPts val="0"/>
              </a:spcBef>
              <a:spcAft>
                <a:spcPts val="0"/>
              </a:spcAft>
              <a:buClr>
                <a:schemeClr val="dk1"/>
              </a:buClr>
              <a:buSzPts val="2000"/>
              <a:buChar char="–"/>
              <a:defRPr sz="2000"/>
            </a:lvl2pPr>
            <a:lvl3pPr marL="1371600" lvl="2" indent="-342900" algn="l">
              <a:spcBef>
                <a:spcPts val="0"/>
              </a:spcBef>
              <a:spcAft>
                <a:spcPts val="0"/>
              </a:spcAft>
              <a:buClr>
                <a:schemeClr val="dk1"/>
              </a:buClr>
              <a:buSzPts val="1800"/>
              <a:buChar char="•"/>
              <a:defRPr sz="1800"/>
            </a:lvl3pPr>
            <a:lvl4pPr marL="1828800" lvl="3" indent="-330200" algn="l">
              <a:spcBef>
                <a:spcPts val="0"/>
              </a:spcBef>
              <a:spcAft>
                <a:spcPts val="0"/>
              </a:spcAft>
              <a:buClr>
                <a:schemeClr val="dk1"/>
              </a:buClr>
              <a:buSzPts val="1600"/>
              <a:buChar char="–"/>
              <a:defRPr sz="1600"/>
            </a:lvl4pPr>
            <a:lvl5pPr marL="2286000" lvl="4" indent="-330200" algn="l">
              <a:spcBef>
                <a:spcPts val="0"/>
              </a:spcBef>
              <a:spcAft>
                <a:spcPts val="0"/>
              </a:spcAft>
              <a:buClr>
                <a:schemeClr val="dk1"/>
              </a:buClr>
              <a:buSzPts val="1600"/>
              <a:buChar char="»"/>
              <a:defRPr sz="1600"/>
            </a:lvl5pPr>
            <a:lvl6pPr marL="2743200" lvl="5" indent="-330200" algn="l">
              <a:spcBef>
                <a:spcPts val="0"/>
              </a:spcBef>
              <a:spcAft>
                <a:spcPts val="0"/>
              </a:spcAft>
              <a:buClr>
                <a:schemeClr val="dk1"/>
              </a:buClr>
              <a:buSzPts val="1600"/>
              <a:buChar char="•"/>
              <a:defRPr sz="1600"/>
            </a:lvl6pPr>
            <a:lvl7pPr marL="3200400" lvl="6" indent="-330200" algn="l">
              <a:spcBef>
                <a:spcPts val="0"/>
              </a:spcBef>
              <a:spcAft>
                <a:spcPts val="0"/>
              </a:spcAft>
              <a:buClr>
                <a:schemeClr val="dk1"/>
              </a:buClr>
              <a:buSzPts val="1600"/>
              <a:buChar char="•"/>
              <a:defRPr sz="1600"/>
            </a:lvl7pPr>
            <a:lvl8pPr marL="3657600" lvl="7" indent="-330200" algn="l">
              <a:spcBef>
                <a:spcPts val="0"/>
              </a:spcBef>
              <a:spcAft>
                <a:spcPts val="0"/>
              </a:spcAft>
              <a:buClr>
                <a:schemeClr val="dk1"/>
              </a:buClr>
              <a:buSzPts val="1600"/>
              <a:buChar char="•"/>
              <a:defRPr sz="1600"/>
            </a:lvl8pPr>
            <a:lvl9pPr marL="4114800" lvl="8" indent="-330200" algn="l">
              <a:spcBef>
                <a:spcPts val="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0"/>
              </a:spcBef>
              <a:spcAft>
                <a:spcPts val="0"/>
              </a:spcAft>
              <a:buClr>
                <a:schemeClr val="dk1"/>
              </a:buClr>
              <a:buSzPts val="3200"/>
              <a:buChar char="•"/>
              <a:defRPr sz="3200"/>
            </a:lvl1pPr>
            <a:lvl2pPr marL="914400" lvl="1" indent="-406400" algn="l">
              <a:spcBef>
                <a:spcPts val="0"/>
              </a:spcBef>
              <a:spcAft>
                <a:spcPts val="0"/>
              </a:spcAft>
              <a:buClr>
                <a:schemeClr val="dk1"/>
              </a:buClr>
              <a:buSzPts val="2800"/>
              <a:buChar char="–"/>
              <a:defRPr sz="2800"/>
            </a:lvl2pPr>
            <a:lvl3pPr marL="1371600" lvl="2" indent="-381000" algn="l">
              <a:spcBef>
                <a:spcPts val="0"/>
              </a:spcBef>
              <a:spcAft>
                <a:spcPts val="0"/>
              </a:spcAft>
              <a:buClr>
                <a:schemeClr val="dk1"/>
              </a:buClr>
              <a:buSzPts val="2400"/>
              <a:buChar char="•"/>
              <a:defRPr sz="2400"/>
            </a:lvl3pPr>
            <a:lvl4pPr marL="1828800" lvl="3" indent="-355600" algn="l">
              <a:spcBef>
                <a:spcPts val="0"/>
              </a:spcBef>
              <a:spcAft>
                <a:spcPts val="0"/>
              </a:spcAft>
              <a:buClr>
                <a:schemeClr val="dk1"/>
              </a:buClr>
              <a:buSzPts val="2000"/>
              <a:buChar char="–"/>
              <a:defRPr sz="2000"/>
            </a:lvl4pPr>
            <a:lvl5pPr marL="2286000" lvl="4" indent="-355600" algn="l">
              <a:spcBef>
                <a:spcPts val="0"/>
              </a:spcBef>
              <a:spcAft>
                <a:spcPts val="0"/>
              </a:spcAft>
              <a:buClr>
                <a:schemeClr val="dk1"/>
              </a:buClr>
              <a:buSzPts val="2000"/>
              <a:buChar char="»"/>
              <a:defRPr sz="2000"/>
            </a:lvl5pPr>
            <a:lvl6pPr marL="2743200" lvl="5" indent="-355600" algn="l">
              <a:spcBef>
                <a:spcPts val="0"/>
              </a:spcBef>
              <a:spcAft>
                <a:spcPts val="0"/>
              </a:spcAft>
              <a:buClr>
                <a:schemeClr val="dk1"/>
              </a:buClr>
              <a:buSzPts val="2000"/>
              <a:buChar char="•"/>
              <a:defRPr sz="2000"/>
            </a:lvl6pPr>
            <a:lvl7pPr marL="3200400" lvl="6" indent="-355600" algn="l">
              <a:spcBef>
                <a:spcPts val="0"/>
              </a:spcBef>
              <a:spcAft>
                <a:spcPts val="0"/>
              </a:spcAft>
              <a:buClr>
                <a:schemeClr val="dk1"/>
              </a:buClr>
              <a:buSzPts val="2000"/>
              <a:buChar char="•"/>
              <a:defRPr sz="2000"/>
            </a:lvl7pPr>
            <a:lvl8pPr marL="3657600" lvl="7" indent="-355600" algn="l">
              <a:spcBef>
                <a:spcPts val="0"/>
              </a:spcBef>
              <a:spcAft>
                <a:spcPts val="0"/>
              </a:spcAft>
              <a:buClr>
                <a:schemeClr val="dk1"/>
              </a:buClr>
              <a:buSzPts val="2000"/>
              <a:buChar char="•"/>
              <a:defRPr sz="2000"/>
            </a:lvl8pPr>
            <a:lvl9pPr marL="4114800" lvl="8" indent="-355600" algn="l">
              <a:spcBef>
                <a:spcPts val="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Clr>
                <a:schemeClr val="dk1"/>
              </a:buClr>
              <a:buSzPts val="1400"/>
              <a:buNone/>
              <a:defRPr sz="1400"/>
            </a:lvl1pPr>
            <a:lvl2pPr marL="914400" lvl="1" indent="-228600" algn="l">
              <a:spcBef>
                <a:spcPts val="0"/>
              </a:spcBef>
              <a:spcAft>
                <a:spcPts val="0"/>
              </a:spcAft>
              <a:buClr>
                <a:schemeClr val="dk1"/>
              </a:buClr>
              <a:buSzPts val="1200"/>
              <a:buNone/>
              <a:defRPr sz="1200"/>
            </a:lvl2pPr>
            <a:lvl3pPr marL="1371600" lvl="2" indent="-228600" algn="l">
              <a:spcBef>
                <a:spcPts val="0"/>
              </a:spcBef>
              <a:spcAft>
                <a:spcPts val="0"/>
              </a:spcAft>
              <a:buClr>
                <a:schemeClr val="dk1"/>
              </a:buClr>
              <a:buSzPts val="1000"/>
              <a:buNone/>
              <a:defRPr sz="1000"/>
            </a:lvl3pPr>
            <a:lvl4pPr marL="1828800" lvl="3" indent="-228600" algn="l">
              <a:spcBef>
                <a:spcPts val="0"/>
              </a:spcBef>
              <a:spcAft>
                <a:spcPts val="0"/>
              </a:spcAft>
              <a:buClr>
                <a:schemeClr val="dk1"/>
              </a:buClr>
              <a:buSzPts val="900"/>
              <a:buNone/>
              <a:defRPr sz="900"/>
            </a:lvl4pPr>
            <a:lvl5pPr marL="2286000" lvl="4" indent="-228600" algn="l">
              <a:spcBef>
                <a:spcPts val="0"/>
              </a:spcBef>
              <a:spcAft>
                <a:spcPts val="0"/>
              </a:spcAft>
              <a:buClr>
                <a:schemeClr val="dk1"/>
              </a:buClr>
              <a:buSzPts val="900"/>
              <a:buNone/>
              <a:defRPr sz="900"/>
            </a:lvl5pPr>
            <a:lvl6pPr marL="2743200" lvl="5" indent="-228600" algn="l">
              <a:spcBef>
                <a:spcPts val="0"/>
              </a:spcBef>
              <a:spcAft>
                <a:spcPts val="0"/>
              </a:spcAft>
              <a:buClr>
                <a:schemeClr val="dk1"/>
              </a:buClr>
              <a:buSzPts val="900"/>
              <a:buNone/>
              <a:defRPr sz="900"/>
            </a:lvl6pPr>
            <a:lvl7pPr marL="3200400" lvl="6" indent="-228600" algn="l">
              <a:spcBef>
                <a:spcPts val="0"/>
              </a:spcBef>
              <a:spcAft>
                <a:spcPts val="0"/>
              </a:spcAft>
              <a:buClr>
                <a:schemeClr val="dk1"/>
              </a:buClr>
              <a:buSzPts val="900"/>
              <a:buNone/>
              <a:defRPr sz="900"/>
            </a:lvl7pPr>
            <a:lvl8pPr marL="3657600" lvl="7" indent="-228600" algn="l">
              <a:spcBef>
                <a:spcPts val="0"/>
              </a:spcBef>
              <a:spcAft>
                <a:spcPts val="0"/>
              </a:spcAft>
              <a:buClr>
                <a:schemeClr val="dk1"/>
              </a:buClr>
              <a:buSzPts val="900"/>
              <a:buNone/>
              <a:defRPr sz="900"/>
            </a:lvl8pPr>
            <a:lvl9pPr marL="4114800" lvl="8" indent="-228600" algn="l">
              <a:spcBef>
                <a:spcPts val="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Clr>
                <a:schemeClr val="dk1"/>
              </a:buClr>
              <a:buSzPts val="1400"/>
              <a:buNone/>
              <a:defRPr sz="1400"/>
            </a:lvl1pPr>
            <a:lvl2pPr marL="914400" lvl="1" indent="-228600" algn="l">
              <a:spcBef>
                <a:spcPts val="0"/>
              </a:spcBef>
              <a:spcAft>
                <a:spcPts val="0"/>
              </a:spcAft>
              <a:buClr>
                <a:schemeClr val="dk1"/>
              </a:buClr>
              <a:buSzPts val="1200"/>
              <a:buNone/>
              <a:defRPr sz="1200"/>
            </a:lvl2pPr>
            <a:lvl3pPr marL="1371600" lvl="2" indent="-228600" algn="l">
              <a:spcBef>
                <a:spcPts val="0"/>
              </a:spcBef>
              <a:spcAft>
                <a:spcPts val="0"/>
              </a:spcAft>
              <a:buClr>
                <a:schemeClr val="dk1"/>
              </a:buClr>
              <a:buSzPts val="1000"/>
              <a:buNone/>
              <a:defRPr sz="1000"/>
            </a:lvl3pPr>
            <a:lvl4pPr marL="1828800" lvl="3" indent="-228600" algn="l">
              <a:spcBef>
                <a:spcPts val="0"/>
              </a:spcBef>
              <a:spcAft>
                <a:spcPts val="0"/>
              </a:spcAft>
              <a:buClr>
                <a:schemeClr val="dk1"/>
              </a:buClr>
              <a:buSzPts val="900"/>
              <a:buNone/>
              <a:defRPr sz="900"/>
            </a:lvl4pPr>
            <a:lvl5pPr marL="2286000" lvl="4" indent="-228600" algn="l">
              <a:spcBef>
                <a:spcPts val="0"/>
              </a:spcBef>
              <a:spcAft>
                <a:spcPts val="0"/>
              </a:spcAft>
              <a:buClr>
                <a:schemeClr val="dk1"/>
              </a:buClr>
              <a:buSzPts val="900"/>
              <a:buNone/>
              <a:defRPr sz="900"/>
            </a:lvl5pPr>
            <a:lvl6pPr marL="2743200" lvl="5" indent="-228600" algn="l">
              <a:spcBef>
                <a:spcPts val="0"/>
              </a:spcBef>
              <a:spcAft>
                <a:spcPts val="0"/>
              </a:spcAft>
              <a:buClr>
                <a:schemeClr val="dk1"/>
              </a:buClr>
              <a:buSzPts val="900"/>
              <a:buNone/>
              <a:defRPr sz="900"/>
            </a:lvl6pPr>
            <a:lvl7pPr marL="3200400" lvl="6" indent="-228600" algn="l">
              <a:spcBef>
                <a:spcPts val="0"/>
              </a:spcBef>
              <a:spcAft>
                <a:spcPts val="0"/>
              </a:spcAft>
              <a:buClr>
                <a:schemeClr val="dk1"/>
              </a:buClr>
              <a:buSzPts val="900"/>
              <a:buNone/>
              <a:defRPr sz="900"/>
            </a:lvl7pPr>
            <a:lvl8pPr marL="3657600" lvl="7" indent="-228600" algn="l">
              <a:spcBef>
                <a:spcPts val="0"/>
              </a:spcBef>
              <a:spcAft>
                <a:spcPts val="0"/>
              </a:spcAft>
              <a:buClr>
                <a:schemeClr val="dk1"/>
              </a:buClr>
              <a:buSzPts val="900"/>
              <a:buNone/>
              <a:defRPr sz="900"/>
            </a:lvl8pPr>
            <a:lvl9pPr marL="4114800" lvl="8" indent="-228600" algn="l">
              <a:spcBef>
                <a:spcPts val="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0"/>
              </a:spcBef>
              <a:spcAft>
                <a:spcPts val="0"/>
              </a:spcAft>
              <a:buClr>
                <a:schemeClr val="dk1"/>
              </a:buClr>
              <a:buSzPts val="1800"/>
              <a:buChar char="•"/>
              <a:defRPr/>
            </a:lvl1pPr>
            <a:lvl2pPr marL="914400" lvl="1" indent="-342900" algn="l">
              <a:spcBef>
                <a:spcPts val="0"/>
              </a:spcBef>
              <a:spcAft>
                <a:spcPts val="0"/>
              </a:spcAft>
              <a:buClr>
                <a:schemeClr val="dk1"/>
              </a:buClr>
              <a:buSzPts val="1800"/>
              <a:buChar char="–"/>
              <a:defRPr/>
            </a:lvl2pPr>
            <a:lvl3pPr marL="1371600" lvl="2" indent="-342900" algn="l">
              <a:spcBef>
                <a:spcPts val="0"/>
              </a:spcBef>
              <a:spcAft>
                <a:spcPts val="0"/>
              </a:spcAft>
              <a:buClr>
                <a:schemeClr val="dk1"/>
              </a:buClr>
              <a:buSzPts val="1800"/>
              <a:buChar char="•"/>
              <a:defRPr/>
            </a:lvl3pPr>
            <a:lvl4pPr marL="1828800" lvl="3" indent="-342900" algn="l">
              <a:spcBef>
                <a:spcPts val="0"/>
              </a:spcBef>
              <a:spcAft>
                <a:spcPts val="0"/>
              </a:spcAft>
              <a:buClr>
                <a:schemeClr val="dk1"/>
              </a:buClr>
              <a:buSzPts val="1800"/>
              <a:buChar char="–"/>
              <a:defRPr/>
            </a:lvl4pPr>
            <a:lvl5pPr marL="2286000" lvl="4" indent="-342900" algn="l">
              <a:spcBef>
                <a:spcPts val="0"/>
              </a:spcBef>
              <a:spcAft>
                <a:spcPts val="0"/>
              </a:spcAft>
              <a:buClr>
                <a:schemeClr val="dk1"/>
              </a:buClr>
              <a:buSzPts val="1800"/>
              <a:buChar char="»"/>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0"/>
              </a:spcBef>
              <a:spcAft>
                <a:spcPts val="0"/>
              </a:spcAft>
              <a:buClr>
                <a:schemeClr val="dk1"/>
              </a:buClr>
              <a:buSzPts val="1800"/>
              <a:buChar char="•"/>
              <a:defRPr/>
            </a:lvl1pPr>
            <a:lvl2pPr marL="914400" lvl="1" indent="-342900" algn="l">
              <a:spcBef>
                <a:spcPts val="0"/>
              </a:spcBef>
              <a:spcAft>
                <a:spcPts val="0"/>
              </a:spcAft>
              <a:buClr>
                <a:schemeClr val="dk1"/>
              </a:buClr>
              <a:buSzPts val="1800"/>
              <a:buChar char="–"/>
              <a:defRPr/>
            </a:lvl2pPr>
            <a:lvl3pPr marL="1371600" lvl="2" indent="-342900" algn="l">
              <a:spcBef>
                <a:spcPts val="0"/>
              </a:spcBef>
              <a:spcAft>
                <a:spcPts val="0"/>
              </a:spcAft>
              <a:buClr>
                <a:schemeClr val="dk1"/>
              </a:buClr>
              <a:buSzPts val="1800"/>
              <a:buChar char="•"/>
              <a:defRPr/>
            </a:lvl3pPr>
            <a:lvl4pPr marL="1828800" lvl="3" indent="-342900" algn="l">
              <a:spcBef>
                <a:spcPts val="0"/>
              </a:spcBef>
              <a:spcAft>
                <a:spcPts val="0"/>
              </a:spcAft>
              <a:buClr>
                <a:schemeClr val="dk1"/>
              </a:buClr>
              <a:buSzPts val="1800"/>
              <a:buChar char="–"/>
              <a:defRPr/>
            </a:lvl4pPr>
            <a:lvl5pPr marL="2286000" lvl="4" indent="-342900" algn="l">
              <a:spcBef>
                <a:spcPts val="0"/>
              </a:spcBef>
              <a:spcAft>
                <a:spcPts val="0"/>
              </a:spcAft>
              <a:buClr>
                <a:schemeClr val="dk1"/>
              </a:buClr>
              <a:buSzPts val="1800"/>
              <a:buChar char="»"/>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descr="PPT Admission Drive 2021-22-final-2_Page_01.jpg"/>
          <p:cNvPicPr preferRelativeResize="0"/>
          <p:nvPr/>
        </p:nvPicPr>
        <p:blipFill rotWithShape="1">
          <a:blip r:embed="rId3">
            <a:alphaModFix/>
          </a:blip>
          <a:srcRect/>
          <a:stretch/>
        </p:blipFill>
        <p:spPr>
          <a:xfrm>
            <a:off x="0" y="0"/>
            <a:ext cx="9144000" cy="685038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4"/>
          <p:cNvPicPr preferRelativeResize="0">
            <a:picLocks noGrp="1"/>
          </p:cNvPicPr>
          <p:nvPr>
            <p:ph type="body" idx="1"/>
          </p:nvPr>
        </p:nvPicPr>
        <p:blipFill rotWithShape="1">
          <a:blip r:embed="rId3">
            <a:alphaModFix/>
          </a:blip>
          <a:srcRect/>
          <a:stretch/>
        </p:blipFill>
        <p:spPr>
          <a:xfrm>
            <a:off x="-54260" y="-27384"/>
            <a:ext cx="9180512" cy="6885384"/>
          </a:xfrm>
          <a:prstGeom prst="rect">
            <a:avLst/>
          </a:prstGeom>
          <a:noFill/>
          <a:ln>
            <a:noFill/>
          </a:ln>
        </p:spPr>
      </p:pic>
      <p:cxnSp>
        <p:nvCxnSpPr>
          <p:cNvPr id="95" name="Google Shape;95;p14"/>
          <p:cNvCxnSpPr/>
          <p:nvPr/>
        </p:nvCxnSpPr>
        <p:spPr>
          <a:xfrm>
            <a:off x="1520415" y="2060848"/>
            <a:ext cx="6306546" cy="0"/>
          </a:xfrm>
          <a:prstGeom prst="straightConnector1">
            <a:avLst/>
          </a:prstGeom>
          <a:noFill/>
          <a:ln w="9525" cap="flat" cmpd="sng">
            <a:solidFill>
              <a:srgbClr val="4A7DBA"/>
            </a:solidFill>
            <a:prstDash val="solid"/>
            <a:round/>
            <a:headEnd type="none" w="sm" len="sm"/>
            <a:tailEnd type="none" w="sm" len="sm"/>
          </a:ln>
        </p:spPr>
      </p:cxnSp>
      <p:pic>
        <p:nvPicPr>
          <p:cNvPr id="96" name="Google Shape;96;p14"/>
          <p:cNvPicPr preferRelativeResize="0"/>
          <p:nvPr/>
        </p:nvPicPr>
        <p:blipFill rotWithShape="1">
          <a:blip r:embed="rId4">
            <a:alphaModFix/>
          </a:blip>
          <a:srcRect/>
          <a:stretch/>
        </p:blipFill>
        <p:spPr>
          <a:xfrm>
            <a:off x="1370382" y="150274"/>
            <a:ext cx="6396065" cy="920873"/>
          </a:xfrm>
          <a:prstGeom prst="rect">
            <a:avLst/>
          </a:prstGeom>
          <a:noFill/>
          <a:ln>
            <a:noFill/>
          </a:ln>
        </p:spPr>
      </p:pic>
      <p:sp>
        <p:nvSpPr>
          <p:cNvPr id="97" name="Google Shape;97;p14"/>
          <p:cNvSpPr txBox="1"/>
          <p:nvPr/>
        </p:nvSpPr>
        <p:spPr>
          <a:xfrm>
            <a:off x="236440" y="2219553"/>
            <a:ext cx="8784976"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70C0"/>
                </a:solidFill>
                <a:latin typeface="Calibri"/>
                <a:ea typeface="Calibri"/>
                <a:cs typeface="Calibri"/>
                <a:sym typeface="Calibri"/>
              </a:rPr>
              <a:t>Second Year Project Synopsis</a:t>
            </a:r>
            <a:endParaRPr sz="1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2400" b="1" i="0" u="none" strike="noStrike" cap="none">
                <a:solidFill>
                  <a:srgbClr val="0070C0"/>
                </a:solidFill>
                <a:latin typeface="Calibri"/>
                <a:ea typeface="Calibri"/>
                <a:cs typeface="Calibri"/>
                <a:sym typeface="Calibri"/>
              </a:rPr>
              <a:t>Submitted by</a:t>
            </a:r>
            <a:endParaRPr sz="1800" b="0" i="0" u="none" strike="noStrike" cap="none">
              <a:solidFill>
                <a:schemeClr val="dk1"/>
              </a:solidFill>
              <a:latin typeface="Calibri"/>
              <a:ea typeface="Calibri"/>
              <a:cs typeface="Calibri"/>
              <a:sym typeface="Calibri"/>
            </a:endParaRPr>
          </a:p>
        </p:txBody>
      </p:sp>
      <p:graphicFrame>
        <p:nvGraphicFramePr>
          <p:cNvPr id="98" name="Google Shape;98;p14"/>
          <p:cNvGraphicFramePr/>
          <p:nvPr/>
        </p:nvGraphicFramePr>
        <p:xfrm>
          <a:off x="1696133" y="3086002"/>
          <a:ext cx="3000000" cy="3000000"/>
        </p:xfrm>
        <a:graphic>
          <a:graphicData uri="http://schemas.openxmlformats.org/drawingml/2006/table">
            <a:tbl>
              <a:tblPr firstRow="1" bandRow="1">
                <a:noFill/>
                <a:tableStyleId>{CB4DCFFA-B9A6-4036-B154-4EBD70FEB35F}</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u="none" strike="noStrike" cap="none"/>
                        <a:t>ROLL</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NAME</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u="none" strike="noStrike" cap="none"/>
                        <a:t>2301730334</a:t>
                      </a:r>
                      <a:endParaRPr sz="1800" u="none" strike="noStrike" cap="none"/>
                    </a:p>
                  </a:txBody>
                  <a:tcPr marL="91450" marR="91450" marT="45725" marB="45725"/>
                </a:tc>
                <a:tc>
                  <a:txBody>
                    <a:bodyPr/>
                    <a:lstStyle/>
                    <a:p>
                      <a:pPr marL="0" marR="0" lvl="0" indent="0" algn="l" rtl="0">
                        <a:spcBef>
                          <a:spcPts val="0"/>
                        </a:spcBef>
                        <a:spcAft>
                          <a:spcPts val="0"/>
                        </a:spcAft>
                        <a:buNone/>
                      </a:pPr>
                      <a:r>
                        <a:rPr lang="en-US" sz="1800" u="none" strike="noStrike" cap="none"/>
                        <a:t>Yuvraj Singh Rathi</a:t>
                      </a:r>
                      <a:endParaRPr sz="18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u="none" strike="noStrike" cap="none"/>
                        <a:t>2301730337</a:t>
                      </a:r>
                      <a:endParaRPr sz="1800" u="none" strike="noStrike" cap="none"/>
                    </a:p>
                  </a:txBody>
                  <a:tcPr marL="91450" marR="91450" marT="45725" marB="45725"/>
                </a:tc>
                <a:tc>
                  <a:txBody>
                    <a:bodyPr/>
                    <a:lstStyle/>
                    <a:p>
                      <a:pPr marL="0" marR="0" lvl="0" indent="0" algn="l" rtl="0">
                        <a:spcBef>
                          <a:spcPts val="0"/>
                        </a:spcBef>
                        <a:spcAft>
                          <a:spcPts val="0"/>
                        </a:spcAft>
                        <a:buNone/>
                      </a:pPr>
                      <a:r>
                        <a:rPr lang="en-US" sz="1800" u="none" strike="noStrike" cap="none"/>
                        <a:t>Dhruv Arora</a:t>
                      </a:r>
                      <a:endParaRPr sz="18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u="none" strike="noStrike" cap="none"/>
                        <a:t>2301730311</a:t>
                      </a:r>
                      <a:endParaRPr sz="1800" u="none" strike="noStrike" cap="none"/>
                    </a:p>
                  </a:txBody>
                  <a:tcPr marL="91450" marR="91450" marT="45725" marB="45725"/>
                </a:tc>
                <a:tc>
                  <a:txBody>
                    <a:bodyPr/>
                    <a:lstStyle/>
                    <a:p>
                      <a:pPr marL="0" marR="0" lvl="0" indent="0" algn="l" rtl="0">
                        <a:spcBef>
                          <a:spcPts val="0"/>
                        </a:spcBef>
                        <a:spcAft>
                          <a:spcPts val="0"/>
                        </a:spcAft>
                        <a:buNone/>
                      </a:pPr>
                      <a:r>
                        <a:rPr lang="en-US" sz="1800" u="none" strike="noStrike" cap="none"/>
                        <a:t>Amay</a:t>
                      </a:r>
                      <a:endParaRPr sz="18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u="none" strike="noStrike" cap="none"/>
                        <a:t>2401731349</a:t>
                      </a:r>
                      <a:endParaRPr sz="1800" u="none" strike="noStrike" cap="none"/>
                    </a:p>
                  </a:txBody>
                  <a:tcPr marL="91450" marR="91450" marT="45725" marB="45725"/>
                </a:tc>
                <a:tc>
                  <a:txBody>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Rudraraj Radhwani</a:t>
                      </a:r>
                      <a:endParaRPr sz="1800" u="none" strike="noStrike" cap="none"/>
                    </a:p>
                  </a:txBody>
                  <a:tcPr marL="91450" marR="91450" marT="45725" marB="45725"/>
                </a:tc>
                <a:extLst>
                  <a:ext uri="{0D108BD9-81ED-4DB2-BD59-A6C34878D82A}">
                    <a16:rowId xmlns:a16="http://schemas.microsoft.com/office/drawing/2014/main" val="10004"/>
                  </a:ext>
                </a:extLst>
              </a:tr>
            </a:tbl>
          </a:graphicData>
        </a:graphic>
      </p:graphicFrame>
      <p:sp>
        <p:nvSpPr>
          <p:cNvPr id="99" name="Google Shape;99;p14"/>
          <p:cNvSpPr txBox="1"/>
          <p:nvPr/>
        </p:nvSpPr>
        <p:spPr>
          <a:xfrm>
            <a:off x="2299287" y="1212054"/>
            <a:ext cx="4659282"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a:solidFill>
                  <a:srgbClr val="C00000"/>
                </a:solidFill>
                <a:highlight>
                  <a:srgbClr val="FFFF00"/>
                </a:highlight>
                <a:latin typeface="Calibri"/>
                <a:ea typeface="Calibri"/>
                <a:cs typeface="Calibri"/>
                <a:sym typeface="Calibri"/>
              </a:rPr>
              <a:t>Project Title</a:t>
            </a:r>
            <a:endParaRPr sz="1800" b="0" i="0" u="none" strike="noStrike" cap="none">
              <a:solidFill>
                <a:schemeClr val="dk1"/>
              </a:solidFill>
              <a:latin typeface="Calibri"/>
              <a:ea typeface="Calibri"/>
              <a:cs typeface="Calibri"/>
              <a:sym typeface="Calibri"/>
            </a:endParaRPr>
          </a:p>
        </p:txBody>
      </p:sp>
      <p:sp>
        <p:nvSpPr>
          <p:cNvPr id="100" name="Google Shape;100;p14"/>
          <p:cNvSpPr txBox="1"/>
          <p:nvPr/>
        </p:nvSpPr>
        <p:spPr>
          <a:xfrm>
            <a:off x="236440" y="5733256"/>
            <a:ext cx="8594111" cy="640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0070C0"/>
                </a:solidFill>
                <a:latin typeface="Calibri"/>
                <a:ea typeface="Calibri"/>
                <a:cs typeface="Calibri"/>
                <a:sym typeface="Calibri"/>
              </a:rPr>
              <a:t>Industry Mentor:Jainendra Yadav</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i="0" u="none" strike="noStrike" cap="none">
                <a:solidFill>
                  <a:srgbClr val="0070C0"/>
                </a:solidFill>
                <a:latin typeface="Calibri"/>
                <a:ea typeface="Calibri"/>
                <a:cs typeface="Calibri"/>
                <a:sym typeface="Calibri"/>
              </a:rPr>
              <a:t>Faculty Mentor: Ashwini</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15"/>
          <p:cNvPicPr preferRelativeResize="0">
            <a:picLocks noGrp="1"/>
          </p:cNvPicPr>
          <p:nvPr>
            <p:ph type="body" idx="1"/>
          </p:nvPr>
        </p:nvPicPr>
        <p:blipFill rotWithShape="1">
          <a:blip r:embed="rId3">
            <a:alphaModFix/>
          </a:blip>
          <a:srcRect/>
          <a:stretch/>
        </p:blipFill>
        <p:spPr>
          <a:xfrm>
            <a:off x="1" y="0"/>
            <a:ext cx="9180512" cy="6885384"/>
          </a:xfrm>
          <a:prstGeom prst="rect">
            <a:avLst/>
          </a:prstGeom>
          <a:noFill/>
          <a:ln>
            <a:noFill/>
          </a:ln>
        </p:spPr>
      </p:pic>
      <p:sp>
        <p:nvSpPr>
          <p:cNvPr id="107" name="Google Shape;107;p15"/>
          <p:cNvSpPr/>
          <p:nvPr/>
        </p:nvSpPr>
        <p:spPr>
          <a:xfrm>
            <a:off x="179512" y="151593"/>
            <a:ext cx="4153701" cy="58477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chemeClr val="dk1"/>
                </a:solidFill>
                <a:latin typeface="Verdana"/>
                <a:ea typeface="Verdana"/>
                <a:cs typeface="Verdana"/>
                <a:sym typeface="Verdana"/>
              </a:rPr>
              <a:t>Project Overview</a:t>
            </a:r>
            <a:endParaRPr sz="3200" b="1" i="0" u="none" strike="noStrike" cap="none">
              <a:solidFill>
                <a:srgbClr val="E31E24"/>
              </a:solidFill>
              <a:latin typeface="Calibri"/>
              <a:ea typeface="Calibri"/>
              <a:cs typeface="Calibri"/>
              <a:sym typeface="Calibri"/>
            </a:endParaRPr>
          </a:p>
        </p:txBody>
      </p:sp>
      <p:cxnSp>
        <p:nvCxnSpPr>
          <p:cNvPr id="108" name="Google Shape;108;p15"/>
          <p:cNvCxnSpPr/>
          <p:nvPr/>
        </p:nvCxnSpPr>
        <p:spPr>
          <a:xfrm>
            <a:off x="0" y="1061448"/>
            <a:ext cx="9180513" cy="0"/>
          </a:xfrm>
          <a:prstGeom prst="straightConnector1">
            <a:avLst/>
          </a:prstGeom>
          <a:noFill/>
          <a:ln w="25400" cap="flat" cmpd="sng">
            <a:solidFill>
              <a:srgbClr val="0060AA"/>
            </a:solidFill>
            <a:prstDash val="solid"/>
            <a:round/>
            <a:headEnd type="none" w="sm" len="sm"/>
            <a:tailEnd type="none" w="sm" len="sm"/>
          </a:ln>
        </p:spPr>
      </p:cxnSp>
      <p:pic>
        <p:nvPicPr>
          <p:cNvPr id="109" name="Google Shape;109;p15"/>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10" name="Google Shape;110;p15"/>
          <p:cNvSpPr txBox="1"/>
          <p:nvPr/>
        </p:nvSpPr>
        <p:spPr>
          <a:xfrm>
            <a:off x="195428" y="1293834"/>
            <a:ext cx="8803800" cy="404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00000"/>
                </a:solidFill>
                <a:latin typeface="Verdana"/>
                <a:ea typeface="Verdana"/>
                <a:cs typeface="Verdana"/>
                <a:sym typeface="Verdana"/>
              </a:rPr>
              <a:t> </a:t>
            </a:r>
            <a:endParaRPr sz="1800" b="0" i="0" u="none" strike="noStrike" cap="none">
              <a:solidFill>
                <a:schemeClr val="dk1"/>
              </a:solidFill>
              <a:latin typeface="Calibri"/>
              <a:ea typeface="Calibri"/>
              <a:cs typeface="Calibri"/>
              <a:sym typeface="Calibri"/>
            </a:endParaRPr>
          </a:p>
          <a:p>
            <a:pPr marL="261850" marR="0" lvl="0" indent="-274550" algn="l" rtl="0">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Sentiment evaluation projects contain using natural language processing (NLP) and system getting to know techniques to identify and remove the emotion expressed in text. The aim is to classify text as positive, terrible, or bad sentiment (and sometimes negative sentiments together with joy, anger, sadness, and so forth.).</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2200" b="1" i="0" u="none" strike="noStrike" cap="none">
                <a:solidFill>
                  <a:srgbClr val="000000"/>
                </a:solidFill>
                <a:latin typeface="Times New Roman"/>
                <a:ea typeface="Times New Roman"/>
                <a:cs typeface="Times New Roman"/>
                <a:sym typeface="Times New Roman"/>
              </a:rPr>
              <a:t>Project Goals:</a:t>
            </a:r>
            <a:endParaRPr sz="2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261850" marR="0" lvl="0" indent="-274550" algn="l" rtl="0">
              <a:spcBef>
                <a:spcPts val="0"/>
              </a:spcBef>
              <a:spcAft>
                <a:spcPts val="0"/>
              </a:spcAft>
              <a:buClr>
                <a:schemeClr val="dk1"/>
              </a:buClr>
              <a:buSzPts val="1800"/>
              <a:buFont typeface="Calibri"/>
              <a:buChar char="•"/>
            </a:pPr>
            <a:r>
              <a:rPr lang="en-US" sz="1800" i="0" u="none" strike="noStrike" cap="none">
                <a:solidFill>
                  <a:schemeClr val="dk1"/>
                </a:solidFill>
                <a:latin typeface="Calibri"/>
                <a:ea typeface="Calibri"/>
                <a:cs typeface="Calibri"/>
                <a:sym typeface="Calibri"/>
              </a:rPr>
              <a:t>Sentiment Detection: build a system which could come across the sentiment of a given piece of text, which include a tweet, product overview, or a patron comments message.</a:t>
            </a:r>
            <a:endParaRPr sz="1800" i="0" u="none" strike="noStrike" cap="none">
              <a:solidFill>
                <a:schemeClr val="dk1"/>
              </a:solidFill>
              <a:latin typeface="Calibri"/>
              <a:ea typeface="Calibri"/>
              <a:cs typeface="Calibri"/>
              <a:sym typeface="Calibri"/>
            </a:endParaRPr>
          </a:p>
          <a:p>
            <a:pPr marL="261850" marR="0" lvl="0" indent="-274550" algn="l" rtl="0">
              <a:spcBef>
                <a:spcPts val="0"/>
              </a:spcBef>
              <a:spcAft>
                <a:spcPts val="0"/>
              </a:spcAft>
              <a:buClr>
                <a:schemeClr val="dk1"/>
              </a:buClr>
              <a:buSzPts val="1800"/>
              <a:buFont typeface="Calibri"/>
              <a:buChar char="•"/>
            </a:pPr>
            <a:r>
              <a:rPr lang="en-US" sz="1800" i="0" u="none" strike="noStrike" cap="none">
                <a:solidFill>
                  <a:schemeClr val="dk1"/>
                </a:solidFill>
                <a:latin typeface="Calibri"/>
                <a:ea typeface="Calibri"/>
                <a:cs typeface="Calibri"/>
                <a:sym typeface="Calibri"/>
              </a:rPr>
              <a:t>text category: Classify the text into predefined classes like effective, negative, or neutral.</a:t>
            </a:r>
            <a:endParaRPr sz="1800" i="0" u="none" strike="noStrike" cap="none">
              <a:solidFill>
                <a:schemeClr val="dk1"/>
              </a:solidFill>
              <a:latin typeface="Calibri"/>
              <a:ea typeface="Calibri"/>
              <a:cs typeface="Calibri"/>
              <a:sym typeface="Calibri"/>
            </a:endParaRPr>
          </a:p>
          <a:p>
            <a:pPr marL="283879" marR="0" lvl="0" indent="-296579" algn="just" rtl="0">
              <a:lnSpc>
                <a:spcPct val="107000"/>
              </a:lnSpc>
              <a:spcBef>
                <a:spcPts val="0"/>
              </a:spcBef>
              <a:spcAft>
                <a:spcPts val="0"/>
              </a:spcAft>
              <a:buClr>
                <a:schemeClr val="dk1"/>
              </a:buClr>
              <a:buSzPts val="1800"/>
              <a:buFont typeface="Calibri"/>
              <a:buChar char="•"/>
            </a:pPr>
            <a:r>
              <a:rPr lang="en-US" sz="1800" i="0" u="none" strike="noStrike" cap="none">
                <a:solidFill>
                  <a:schemeClr val="dk1"/>
                </a:solidFill>
                <a:latin typeface="Calibri"/>
                <a:ea typeface="Calibri"/>
                <a:cs typeface="Calibri"/>
                <a:sym typeface="Calibri"/>
              </a:rPr>
              <a:t>Insights for selection-Making: The remaining intention is to derive significant insights that may inform commercial enterprise or organizational decisions—including improving customer service or adjusting marketing strategies based on customer sentiments.</a:t>
            </a:r>
            <a:endParaRPr sz="180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16"/>
          <p:cNvPicPr preferRelativeResize="0">
            <a:picLocks noGrp="1"/>
          </p:cNvPicPr>
          <p:nvPr>
            <p:ph type="body" idx="1"/>
          </p:nvPr>
        </p:nvPicPr>
        <p:blipFill rotWithShape="1">
          <a:blip r:embed="rId3">
            <a:alphaModFix/>
          </a:blip>
          <a:srcRect/>
          <a:stretch/>
        </p:blipFill>
        <p:spPr>
          <a:xfrm>
            <a:off x="-18250" y="0"/>
            <a:ext cx="9180600" cy="7116300"/>
          </a:xfrm>
          <a:prstGeom prst="rect">
            <a:avLst/>
          </a:prstGeom>
          <a:noFill/>
          <a:ln>
            <a:noFill/>
          </a:ln>
        </p:spPr>
      </p:pic>
      <p:sp>
        <p:nvSpPr>
          <p:cNvPr id="117" name="Google Shape;117;p16"/>
          <p:cNvSpPr/>
          <p:nvPr/>
        </p:nvSpPr>
        <p:spPr>
          <a:xfrm>
            <a:off x="245350" y="230900"/>
            <a:ext cx="7331400" cy="721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400">
                <a:latin typeface="Calibri"/>
                <a:ea typeface="Calibri"/>
                <a:cs typeface="Calibri"/>
                <a:sym typeface="Calibri"/>
              </a:rPr>
              <a:t>Problem Statement</a:t>
            </a:r>
            <a:endParaRPr sz="3200" b="1" i="0" u="none" strike="noStrike" cap="none">
              <a:solidFill>
                <a:srgbClr val="E31E24"/>
              </a:solidFill>
              <a:latin typeface="Calibri"/>
              <a:ea typeface="Calibri"/>
              <a:cs typeface="Calibri"/>
              <a:sym typeface="Calibri"/>
            </a:endParaRPr>
          </a:p>
        </p:txBody>
      </p:sp>
      <p:cxnSp>
        <p:nvCxnSpPr>
          <p:cNvPr id="118" name="Google Shape;118;p16"/>
          <p:cNvCxnSpPr/>
          <p:nvPr/>
        </p:nvCxnSpPr>
        <p:spPr>
          <a:xfrm>
            <a:off x="0" y="1061448"/>
            <a:ext cx="9180513" cy="0"/>
          </a:xfrm>
          <a:prstGeom prst="straightConnector1">
            <a:avLst/>
          </a:prstGeom>
          <a:noFill/>
          <a:ln w="25400" cap="flat" cmpd="sng">
            <a:solidFill>
              <a:srgbClr val="0060AA"/>
            </a:solidFill>
            <a:prstDash val="solid"/>
            <a:round/>
            <a:headEnd type="none" w="sm" len="sm"/>
            <a:tailEnd type="none" w="sm" len="sm"/>
          </a:ln>
        </p:spPr>
      </p:cxnSp>
      <p:pic>
        <p:nvPicPr>
          <p:cNvPr id="119" name="Google Shape;119;p16"/>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20" name="Google Shape;120;p16"/>
          <p:cNvSpPr txBox="1"/>
          <p:nvPr/>
        </p:nvSpPr>
        <p:spPr>
          <a:xfrm>
            <a:off x="179512" y="1293834"/>
            <a:ext cx="8784976" cy="372794"/>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0" i="0" u="none" strike="noStrike" cap="none">
                <a:solidFill>
                  <a:srgbClr val="000000"/>
                </a:solidFill>
                <a:latin typeface="Verdana"/>
                <a:ea typeface="Verdana"/>
                <a:cs typeface="Verdana"/>
                <a:sym typeface="Verdana"/>
              </a:rPr>
              <a:t> </a:t>
            </a:r>
            <a:endParaRPr sz="2800" b="0" i="0" u="none" strike="noStrike" cap="none">
              <a:solidFill>
                <a:schemeClr val="dk1"/>
              </a:solidFill>
              <a:latin typeface="Calibri"/>
              <a:ea typeface="Calibri"/>
              <a:cs typeface="Calibri"/>
              <a:sym typeface="Calibri"/>
            </a:endParaRPr>
          </a:p>
        </p:txBody>
      </p:sp>
      <p:sp>
        <p:nvSpPr>
          <p:cNvPr id="121" name="Google Shape;121;p16"/>
          <p:cNvSpPr txBox="1"/>
          <p:nvPr/>
        </p:nvSpPr>
        <p:spPr>
          <a:xfrm>
            <a:off x="755600" y="1170501"/>
            <a:ext cx="8208900" cy="3877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Social media platforms like Twitter are primary sources of public opinion on government policies such as the Union Budget.</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Manual analysis of large volumes of text is inefficient, subjective, and not scalable.</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lvl="0" indent="0" algn="l" rtl="0">
              <a:spcBef>
                <a:spcPts val="0"/>
              </a:spcBef>
              <a:spcAft>
                <a:spcPts val="0"/>
              </a:spcAft>
              <a:buNone/>
            </a:pPr>
            <a:r>
              <a:rPr lang="en-US" sz="1800">
                <a:solidFill>
                  <a:schemeClr val="dk1"/>
                </a:solidFill>
                <a:latin typeface="Calibri"/>
                <a:ea typeface="Calibri"/>
                <a:cs typeface="Calibri"/>
                <a:sym typeface="Calibri"/>
              </a:rPr>
              <a:t>Need for an automated sentiment analysis system to classify content into positive, negative, or neutral.</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Key challenges encountered:</a:t>
            </a:r>
            <a:endParaRPr sz="1800">
              <a:solidFill>
                <a:schemeClr val="dk1"/>
              </a:solidFill>
              <a:latin typeface="Calibri"/>
              <a:ea typeface="Calibri"/>
              <a:cs typeface="Calibri"/>
              <a:sym typeface="Calibri"/>
            </a:endParaRPr>
          </a:p>
          <a:p>
            <a:pPr marL="457200" lvl="0" indent="-330200" algn="l" rtl="0">
              <a:lnSpc>
                <a:spcPct val="115000"/>
              </a:lnSpc>
              <a:spcBef>
                <a:spcPts val="1200"/>
              </a:spcBef>
              <a:spcAft>
                <a:spcPts val="0"/>
              </a:spcAft>
              <a:buClr>
                <a:schemeClr val="dk1"/>
              </a:buClr>
              <a:buSzPts val="1600"/>
              <a:buChar char="●"/>
            </a:pPr>
            <a:r>
              <a:rPr lang="en-US" sz="1600" b="1">
                <a:solidFill>
                  <a:schemeClr val="dk1"/>
                </a:solidFill>
                <a:latin typeface="Calibri"/>
                <a:ea typeface="Calibri"/>
                <a:cs typeface="Calibri"/>
                <a:sym typeface="Calibri"/>
              </a:rPr>
              <a:t>Sarcasm &amp; Irony</a:t>
            </a:r>
            <a:r>
              <a:rPr lang="en-US" sz="1600">
                <a:solidFill>
                  <a:schemeClr val="dk1"/>
                </a:solidFill>
                <a:latin typeface="Calibri"/>
                <a:ea typeface="Calibri"/>
                <a:cs typeface="Calibri"/>
                <a:sym typeface="Calibri"/>
              </a:rPr>
              <a:t>: Misleading sentiments (e.g., sarcastic praise).</a:t>
            </a:r>
            <a:endParaRPr sz="1600">
              <a:solidFill>
                <a:schemeClr val="dk1"/>
              </a:solidFill>
              <a:latin typeface="Calibri"/>
              <a:ea typeface="Calibri"/>
              <a:cs typeface="Calibri"/>
              <a:sym typeface="Calibri"/>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latin typeface="Calibri"/>
                <a:ea typeface="Calibri"/>
                <a:cs typeface="Calibri"/>
                <a:sym typeface="Calibri"/>
              </a:rPr>
              <a:t>Domain-specific Language</a:t>
            </a:r>
            <a:r>
              <a:rPr lang="en-US" sz="1600">
                <a:solidFill>
                  <a:schemeClr val="dk1"/>
                </a:solidFill>
                <a:latin typeface="Calibri"/>
                <a:ea typeface="Calibri"/>
                <a:cs typeface="Calibri"/>
                <a:sym typeface="Calibri"/>
              </a:rPr>
              <a:t>: Economic terms can be misinterpreted.</a:t>
            </a:r>
            <a:endParaRPr sz="1600">
              <a:solidFill>
                <a:schemeClr val="dk1"/>
              </a:solidFill>
              <a:latin typeface="Calibri"/>
              <a:ea typeface="Calibri"/>
              <a:cs typeface="Calibri"/>
              <a:sym typeface="Calibri"/>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latin typeface="Calibri"/>
                <a:ea typeface="Calibri"/>
                <a:cs typeface="Calibri"/>
                <a:sym typeface="Calibri"/>
              </a:rPr>
              <a:t>Short, Ambiguous Texts</a:t>
            </a:r>
            <a:r>
              <a:rPr lang="en-US" sz="1600">
                <a:solidFill>
                  <a:schemeClr val="dk1"/>
                </a:solidFill>
                <a:latin typeface="Calibri"/>
                <a:ea typeface="Calibri"/>
                <a:cs typeface="Calibri"/>
                <a:sym typeface="Calibri"/>
              </a:rPr>
              <a:t>: Tweets often lack context.</a:t>
            </a:r>
            <a:endParaRPr sz="1600">
              <a:solidFill>
                <a:schemeClr val="dk1"/>
              </a:solidFill>
              <a:latin typeface="Calibri"/>
              <a:ea typeface="Calibri"/>
              <a:cs typeface="Calibri"/>
              <a:sym typeface="Calibri"/>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latin typeface="Calibri"/>
                <a:ea typeface="Calibri"/>
                <a:cs typeface="Calibri"/>
                <a:sym typeface="Calibri"/>
              </a:rPr>
              <a:t>Informal Language</a:t>
            </a:r>
            <a:r>
              <a:rPr lang="en-US" sz="1600">
                <a:solidFill>
                  <a:schemeClr val="dk1"/>
                </a:solidFill>
                <a:latin typeface="Calibri"/>
                <a:ea typeface="Calibri"/>
                <a:cs typeface="Calibri"/>
                <a:sym typeface="Calibri"/>
              </a:rPr>
              <a:t>: Slang, spelling errors, abbreviations complicate analysis.</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p17"/>
          <p:cNvPicPr preferRelativeResize="0">
            <a:picLocks noGrp="1"/>
          </p:cNvPicPr>
          <p:nvPr>
            <p:ph type="body" idx="1"/>
          </p:nvPr>
        </p:nvPicPr>
        <p:blipFill rotWithShape="1">
          <a:blip r:embed="rId3">
            <a:alphaModFix/>
          </a:blip>
          <a:srcRect/>
          <a:stretch/>
        </p:blipFill>
        <p:spPr>
          <a:xfrm>
            <a:off x="8" y="-13699"/>
            <a:ext cx="9180600" cy="6885300"/>
          </a:xfrm>
          <a:prstGeom prst="rect">
            <a:avLst/>
          </a:prstGeom>
          <a:noFill/>
          <a:ln>
            <a:noFill/>
          </a:ln>
        </p:spPr>
      </p:pic>
      <p:sp>
        <p:nvSpPr>
          <p:cNvPr id="128" name="Google Shape;128;p17"/>
          <p:cNvSpPr/>
          <p:nvPr/>
        </p:nvSpPr>
        <p:spPr>
          <a:xfrm>
            <a:off x="179512" y="151593"/>
            <a:ext cx="8573181" cy="58477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chemeClr val="dk1"/>
                </a:solidFill>
                <a:latin typeface="Verdana"/>
                <a:ea typeface="Verdana"/>
                <a:cs typeface="Verdana"/>
                <a:sym typeface="Verdana"/>
              </a:rPr>
              <a:t>Methodology, Tools, and Techniques</a:t>
            </a:r>
            <a:endParaRPr sz="3200" b="1" i="0" u="none" strike="noStrike" cap="none">
              <a:solidFill>
                <a:srgbClr val="E31E24"/>
              </a:solidFill>
              <a:latin typeface="Calibri"/>
              <a:ea typeface="Calibri"/>
              <a:cs typeface="Calibri"/>
              <a:sym typeface="Calibri"/>
            </a:endParaRPr>
          </a:p>
        </p:txBody>
      </p:sp>
      <p:cxnSp>
        <p:nvCxnSpPr>
          <p:cNvPr id="129" name="Google Shape;129;p17"/>
          <p:cNvCxnSpPr/>
          <p:nvPr/>
        </p:nvCxnSpPr>
        <p:spPr>
          <a:xfrm>
            <a:off x="0" y="1061448"/>
            <a:ext cx="9180513" cy="0"/>
          </a:xfrm>
          <a:prstGeom prst="straightConnector1">
            <a:avLst/>
          </a:prstGeom>
          <a:noFill/>
          <a:ln w="25400" cap="flat" cmpd="sng">
            <a:solidFill>
              <a:srgbClr val="0060AA"/>
            </a:solidFill>
            <a:prstDash val="solid"/>
            <a:round/>
            <a:headEnd type="none" w="sm" len="sm"/>
            <a:tailEnd type="none" w="sm" len="sm"/>
          </a:ln>
        </p:spPr>
      </p:cxnSp>
      <p:pic>
        <p:nvPicPr>
          <p:cNvPr id="130" name="Google Shape;130;p17"/>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31" name="Google Shape;131;p17"/>
          <p:cNvSpPr txBox="1"/>
          <p:nvPr/>
        </p:nvSpPr>
        <p:spPr>
          <a:xfrm>
            <a:off x="179512" y="1293834"/>
            <a:ext cx="8784976" cy="372794"/>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0" i="0" u="none" strike="noStrike" cap="none">
                <a:solidFill>
                  <a:srgbClr val="000000"/>
                </a:solidFill>
                <a:latin typeface="Verdana"/>
                <a:ea typeface="Verdana"/>
                <a:cs typeface="Verdana"/>
                <a:sym typeface="Verdana"/>
              </a:rPr>
              <a:t> </a:t>
            </a:r>
            <a:endParaRPr sz="2800" b="0" i="0" u="none" strike="noStrike" cap="none">
              <a:solidFill>
                <a:schemeClr val="dk1"/>
              </a:solidFill>
              <a:latin typeface="Calibri"/>
              <a:ea typeface="Calibri"/>
              <a:cs typeface="Calibri"/>
              <a:sym typeface="Calibri"/>
            </a:endParaRPr>
          </a:p>
        </p:txBody>
      </p:sp>
      <p:sp>
        <p:nvSpPr>
          <p:cNvPr id="132" name="Google Shape;132;p17"/>
          <p:cNvSpPr txBox="1"/>
          <p:nvPr/>
        </p:nvSpPr>
        <p:spPr>
          <a:xfrm>
            <a:off x="274200" y="1293825"/>
            <a:ext cx="8573100" cy="65280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800" b="1">
                <a:solidFill>
                  <a:schemeClr val="dk1"/>
                </a:solidFill>
                <a:latin typeface="Calibri"/>
                <a:ea typeface="Calibri"/>
                <a:cs typeface="Calibri"/>
                <a:sym typeface="Calibri"/>
              </a:rPr>
              <a:t>A. Initial Setup</a:t>
            </a:r>
            <a:endParaRPr sz="1800" b="1">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Installed key libraries: </a:t>
            </a:r>
            <a:r>
              <a:rPr lang="en-US" sz="1800">
                <a:solidFill>
                  <a:srgbClr val="188038"/>
                </a:solidFill>
                <a:latin typeface="Calibri"/>
                <a:ea typeface="Calibri"/>
                <a:cs typeface="Calibri"/>
                <a:sym typeface="Calibri"/>
              </a:rPr>
              <a:t>pandas</a:t>
            </a:r>
            <a:r>
              <a:rPr lang="en-US" sz="1800">
                <a:solidFill>
                  <a:schemeClr val="dk1"/>
                </a:solidFill>
                <a:latin typeface="Calibri"/>
                <a:ea typeface="Calibri"/>
                <a:cs typeface="Calibri"/>
                <a:sym typeface="Calibri"/>
              </a:rPr>
              <a:t>, </a:t>
            </a:r>
            <a:r>
              <a:rPr lang="en-US" sz="1800">
                <a:solidFill>
                  <a:srgbClr val="188038"/>
                </a:solidFill>
                <a:latin typeface="Calibri"/>
                <a:ea typeface="Calibri"/>
                <a:cs typeface="Calibri"/>
                <a:sym typeface="Calibri"/>
              </a:rPr>
              <a:t>numpy</a:t>
            </a:r>
            <a:r>
              <a:rPr lang="en-US" sz="1800">
                <a:solidFill>
                  <a:schemeClr val="dk1"/>
                </a:solidFill>
                <a:latin typeface="Calibri"/>
                <a:ea typeface="Calibri"/>
                <a:cs typeface="Calibri"/>
                <a:sym typeface="Calibri"/>
              </a:rPr>
              <a:t>, </a:t>
            </a:r>
            <a:r>
              <a:rPr lang="en-US" sz="1800">
                <a:solidFill>
                  <a:srgbClr val="188038"/>
                </a:solidFill>
                <a:latin typeface="Calibri"/>
                <a:ea typeface="Calibri"/>
                <a:cs typeface="Calibri"/>
                <a:sym typeface="Calibri"/>
              </a:rPr>
              <a:t>nltk</a:t>
            </a:r>
            <a:r>
              <a:rPr lang="en-US" sz="1800">
                <a:solidFill>
                  <a:schemeClr val="dk1"/>
                </a:solidFill>
                <a:latin typeface="Calibri"/>
                <a:ea typeface="Calibri"/>
                <a:cs typeface="Calibri"/>
                <a:sym typeface="Calibri"/>
              </a:rPr>
              <a:t>, </a:t>
            </a:r>
            <a:r>
              <a:rPr lang="en-US" sz="1800">
                <a:solidFill>
                  <a:srgbClr val="188038"/>
                </a:solidFill>
                <a:latin typeface="Calibri"/>
                <a:ea typeface="Calibri"/>
                <a:cs typeface="Calibri"/>
                <a:sym typeface="Calibri"/>
              </a:rPr>
              <a:t>scikit-learn</a:t>
            </a:r>
            <a:r>
              <a:rPr lang="en-US" sz="1800">
                <a:solidFill>
                  <a:schemeClr val="dk1"/>
                </a:solidFill>
                <a:latin typeface="Calibri"/>
                <a:ea typeface="Calibri"/>
                <a:cs typeface="Calibri"/>
                <a:sym typeface="Calibri"/>
              </a:rPr>
              <a:t>, </a:t>
            </a:r>
            <a:r>
              <a:rPr lang="en-US" sz="1800">
                <a:solidFill>
                  <a:srgbClr val="188038"/>
                </a:solidFill>
                <a:latin typeface="Calibri"/>
                <a:ea typeface="Calibri"/>
                <a:cs typeface="Calibri"/>
                <a:sym typeface="Calibri"/>
              </a:rPr>
              <a:t>matplotlib</a:t>
            </a:r>
            <a:r>
              <a:rPr lang="en-US" sz="1800">
                <a:solidFill>
                  <a:schemeClr val="dk1"/>
                </a:solidFill>
                <a:latin typeface="Calibri"/>
                <a:ea typeface="Calibri"/>
                <a:cs typeface="Calibri"/>
                <a:sym typeface="Calibri"/>
              </a:rPr>
              <a:t>, </a:t>
            </a:r>
            <a:r>
              <a:rPr lang="en-US" sz="1800">
                <a:solidFill>
                  <a:srgbClr val="188038"/>
                </a:solidFill>
                <a:latin typeface="Calibri"/>
                <a:ea typeface="Calibri"/>
                <a:cs typeface="Calibri"/>
                <a:sym typeface="Calibri"/>
              </a:rPr>
              <a:t>seaborn</a:t>
            </a:r>
            <a:br>
              <a:rPr lang="en-US" sz="1800">
                <a:solidFill>
                  <a:srgbClr val="188038"/>
                </a:solidFill>
                <a:latin typeface="Calibri"/>
                <a:ea typeface="Calibri"/>
                <a:cs typeface="Calibri"/>
                <a:sym typeface="Calibri"/>
              </a:rPr>
            </a:br>
            <a:endParaRPr sz="1800">
              <a:solidFill>
                <a:srgbClr val="188038"/>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Used </a:t>
            </a:r>
            <a:r>
              <a:rPr lang="en-US" sz="1800">
                <a:solidFill>
                  <a:srgbClr val="188038"/>
                </a:solidFill>
                <a:latin typeface="Calibri"/>
                <a:ea typeface="Calibri"/>
                <a:cs typeface="Calibri"/>
                <a:sym typeface="Calibri"/>
              </a:rPr>
              <a:t>TextBlob</a:t>
            </a:r>
            <a:r>
              <a:rPr lang="en-US" sz="1800">
                <a:solidFill>
                  <a:schemeClr val="dk1"/>
                </a:solidFill>
                <a:latin typeface="Calibri"/>
                <a:ea typeface="Calibri"/>
                <a:cs typeface="Calibri"/>
                <a:sym typeface="Calibri"/>
              </a:rPr>
              <a:t> for sentiment polarity scoring</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Collected tweets using </a:t>
            </a:r>
            <a:r>
              <a:rPr lang="en-US" sz="1800">
                <a:solidFill>
                  <a:srgbClr val="188038"/>
                </a:solidFill>
                <a:latin typeface="Calibri"/>
                <a:ea typeface="Calibri"/>
                <a:cs typeface="Calibri"/>
                <a:sym typeface="Calibri"/>
              </a:rPr>
              <a:t>Tweepy</a:t>
            </a:r>
            <a:r>
              <a:rPr lang="en-US" sz="1800">
                <a:solidFill>
                  <a:schemeClr val="dk1"/>
                </a:solidFill>
                <a:latin typeface="Calibri"/>
                <a:ea typeface="Calibri"/>
                <a:cs typeface="Calibri"/>
                <a:sym typeface="Calibri"/>
              </a:rPr>
              <a:t> / </a:t>
            </a:r>
            <a:r>
              <a:rPr lang="en-US" sz="1800">
                <a:solidFill>
                  <a:srgbClr val="188038"/>
                </a:solidFill>
                <a:latin typeface="Calibri"/>
                <a:ea typeface="Calibri"/>
                <a:cs typeface="Calibri"/>
                <a:sym typeface="Calibri"/>
              </a:rPr>
              <a:t>snscrape</a:t>
            </a:r>
            <a:endParaRPr sz="1800">
              <a:solidFill>
                <a:srgbClr val="188038"/>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1800" b="1">
                <a:solidFill>
                  <a:schemeClr val="dk1"/>
                </a:solidFill>
                <a:latin typeface="Calibri"/>
                <a:ea typeface="Calibri"/>
                <a:cs typeface="Calibri"/>
                <a:sym typeface="Calibri"/>
              </a:rPr>
              <a:t>B. Dataset &amp; Preprocessing</a:t>
            </a:r>
            <a:endParaRPr sz="1800" b="1">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Datasets used:</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Char char="○"/>
            </a:pPr>
            <a:r>
              <a:rPr lang="en-US" sz="1800">
                <a:solidFill>
                  <a:srgbClr val="188038"/>
                </a:solidFill>
                <a:latin typeface="Calibri"/>
                <a:ea typeface="Calibri"/>
                <a:cs typeface="Calibri"/>
                <a:sym typeface="Calibri"/>
              </a:rPr>
              <a:t>MRFS_1_Union_Budget.csv</a:t>
            </a:r>
            <a:r>
              <a:rPr lang="en-US" sz="1800">
                <a:solidFill>
                  <a:schemeClr val="dk1"/>
                </a:solidFill>
                <a:latin typeface="Calibri"/>
                <a:ea typeface="Calibri"/>
                <a:cs typeface="Calibri"/>
                <a:sym typeface="Calibri"/>
              </a:rPr>
              <a:t> – User opinions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Char char="○"/>
            </a:pPr>
            <a:r>
              <a:rPr lang="en-US" sz="1800">
                <a:solidFill>
                  <a:srgbClr val="188038"/>
                </a:solidFill>
                <a:latin typeface="Calibri"/>
                <a:ea typeface="Calibri"/>
                <a:cs typeface="Calibri"/>
                <a:sym typeface="Calibri"/>
              </a:rPr>
              <a:t>tweetsdata.csv</a:t>
            </a:r>
            <a:r>
              <a:rPr lang="en-US" sz="1800">
                <a:solidFill>
                  <a:schemeClr val="dk1"/>
                </a:solidFill>
                <a:latin typeface="Calibri"/>
                <a:ea typeface="Calibri"/>
                <a:cs typeface="Calibri"/>
                <a:sym typeface="Calibri"/>
              </a:rPr>
              <a:t> – Scraped tweets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br>
              <a:rPr lang="en-US" sz="1800">
                <a:solidFill>
                  <a:schemeClr val="dk1"/>
                </a:solidFill>
              </a:rPr>
            </a:br>
            <a:endParaRPr sz="18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200"/>
              </a:spcBef>
              <a:spcAft>
                <a:spcPts val="0"/>
              </a:spcAft>
              <a:buNone/>
            </a:pPr>
            <a:br>
              <a:rPr lang="en-US" sz="1100">
                <a:solidFill>
                  <a:schemeClr val="dk1"/>
                </a:solidFill>
              </a:rPr>
            </a:br>
            <a:endParaRPr sz="1100">
              <a:solidFill>
                <a:schemeClr val="dk1"/>
              </a:solidFill>
            </a:endParaRPr>
          </a:p>
          <a:p>
            <a:pPr marL="457200" marR="0" lvl="0" indent="0" algn="just" rtl="0">
              <a:spcBef>
                <a:spcPts val="20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18"/>
          <p:cNvPicPr preferRelativeResize="0">
            <a:picLocks noGrp="1"/>
          </p:cNvPicPr>
          <p:nvPr>
            <p:ph type="body" idx="1"/>
          </p:nvPr>
        </p:nvPicPr>
        <p:blipFill rotWithShape="1">
          <a:blip r:embed="rId3">
            <a:alphaModFix/>
          </a:blip>
          <a:srcRect/>
          <a:stretch/>
        </p:blipFill>
        <p:spPr>
          <a:xfrm>
            <a:off x="1" y="0"/>
            <a:ext cx="9180512" cy="6885384"/>
          </a:xfrm>
          <a:prstGeom prst="rect">
            <a:avLst/>
          </a:prstGeom>
          <a:noFill/>
          <a:ln>
            <a:noFill/>
          </a:ln>
        </p:spPr>
      </p:pic>
      <p:pic>
        <p:nvPicPr>
          <p:cNvPr id="139" name="Google Shape;139;p18"/>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40" name="Google Shape;140;p18"/>
          <p:cNvSpPr txBox="1"/>
          <p:nvPr/>
        </p:nvSpPr>
        <p:spPr>
          <a:xfrm>
            <a:off x="179512" y="1293834"/>
            <a:ext cx="8784976" cy="372794"/>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0" i="0" u="none" strike="noStrike" cap="none">
                <a:solidFill>
                  <a:srgbClr val="000000"/>
                </a:solidFill>
                <a:latin typeface="Verdana"/>
                <a:ea typeface="Verdana"/>
                <a:cs typeface="Verdana"/>
                <a:sym typeface="Verdana"/>
              </a:rPr>
              <a:t> </a:t>
            </a:r>
            <a:endParaRPr sz="2800" b="0" i="0" u="none" strike="noStrike" cap="none">
              <a:solidFill>
                <a:schemeClr val="dk1"/>
              </a:solidFill>
              <a:latin typeface="Calibri"/>
              <a:ea typeface="Calibri"/>
              <a:cs typeface="Calibri"/>
              <a:sym typeface="Calibri"/>
            </a:endParaRPr>
          </a:p>
        </p:txBody>
      </p:sp>
      <p:sp>
        <p:nvSpPr>
          <p:cNvPr id="141" name="Google Shape;141;p18"/>
          <p:cNvSpPr txBox="1"/>
          <p:nvPr/>
        </p:nvSpPr>
        <p:spPr>
          <a:xfrm>
            <a:off x="375225" y="303075"/>
            <a:ext cx="8399400" cy="4819200"/>
          </a:xfrm>
          <a:prstGeom prst="rect">
            <a:avLst/>
          </a:prstGeom>
          <a:noFill/>
          <a:ln>
            <a:noFill/>
          </a:ln>
        </p:spPr>
        <p:txBody>
          <a:bodyPr spcFirstLastPara="1" wrap="square" lIns="91425" tIns="45700" rIns="91425" bIns="45700" anchor="t" anchorCtr="0">
            <a:spAutoFit/>
          </a:bodyPr>
          <a:lstStyle/>
          <a:p>
            <a:pPr marL="457200" lvl="0" indent="-342900" algn="l" rtl="0">
              <a:lnSpc>
                <a:spcPct val="115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Text cleaning steps: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Removed URLs, mentions, hashtags, punctuation, numbers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Lowercased text, removed stopwords, applied stemming (Snowball Stemmer)</a:t>
            </a:r>
            <a:endParaRPr sz="18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1800" b="1">
                <a:solidFill>
                  <a:schemeClr val="dk1"/>
                </a:solidFill>
                <a:latin typeface="Calibri"/>
                <a:ea typeface="Calibri"/>
                <a:cs typeface="Calibri"/>
                <a:sym typeface="Calibri"/>
              </a:rPr>
              <a:t>C. Sentiment Labeling</a:t>
            </a:r>
            <a:endParaRPr sz="1800" b="1">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Used </a:t>
            </a:r>
            <a:r>
              <a:rPr lang="en-US" sz="1800">
                <a:solidFill>
                  <a:srgbClr val="188038"/>
                </a:solidFill>
                <a:latin typeface="Calibri"/>
                <a:ea typeface="Calibri"/>
                <a:cs typeface="Calibri"/>
                <a:sym typeface="Calibri"/>
              </a:rPr>
              <a:t>TextBlob</a:t>
            </a:r>
            <a:r>
              <a:rPr lang="en-US" sz="1800">
                <a:solidFill>
                  <a:schemeClr val="dk1"/>
                </a:solidFill>
                <a:latin typeface="Calibri"/>
                <a:ea typeface="Calibri"/>
                <a:cs typeface="Calibri"/>
                <a:sym typeface="Calibri"/>
              </a:rPr>
              <a:t> to assign sentiment labels: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Char char="○"/>
            </a:pPr>
            <a:r>
              <a:rPr lang="en-US" sz="1800" b="1">
                <a:solidFill>
                  <a:schemeClr val="dk1"/>
                </a:solidFill>
                <a:latin typeface="Calibri"/>
                <a:ea typeface="Calibri"/>
                <a:cs typeface="Calibri"/>
                <a:sym typeface="Calibri"/>
              </a:rPr>
              <a:t>Polarity &gt; 0</a:t>
            </a:r>
            <a:r>
              <a:rPr lang="en-US" sz="1800">
                <a:solidFill>
                  <a:schemeClr val="dk1"/>
                </a:solidFill>
                <a:latin typeface="Calibri"/>
                <a:ea typeface="Calibri"/>
                <a:cs typeface="Calibri"/>
                <a:sym typeface="Calibri"/>
              </a:rPr>
              <a:t> → Positive</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Char char="○"/>
            </a:pPr>
            <a:r>
              <a:rPr lang="en-US" sz="1800" b="1">
                <a:solidFill>
                  <a:schemeClr val="dk1"/>
                </a:solidFill>
                <a:latin typeface="Calibri"/>
                <a:ea typeface="Calibri"/>
                <a:cs typeface="Calibri"/>
                <a:sym typeface="Calibri"/>
              </a:rPr>
              <a:t>Polarity &lt; 0</a:t>
            </a:r>
            <a:r>
              <a:rPr lang="en-US" sz="1800">
                <a:solidFill>
                  <a:schemeClr val="dk1"/>
                </a:solidFill>
                <a:latin typeface="Calibri"/>
                <a:ea typeface="Calibri"/>
                <a:cs typeface="Calibri"/>
                <a:sym typeface="Calibri"/>
              </a:rPr>
              <a:t> → Negative</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Char char="○"/>
            </a:pPr>
            <a:r>
              <a:rPr lang="en-US" sz="1800" b="1">
                <a:solidFill>
                  <a:schemeClr val="dk1"/>
                </a:solidFill>
                <a:latin typeface="Calibri"/>
                <a:ea typeface="Calibri"/>
                <a:cs typeface="Calibri"/>
                <a:sym typeface="Calibri"/>
              </a:rPr>
              <a:t>Polarity = 0</a:t>
            </a:r>
            <a:r>
              <a:rPr lang="en-US" sz="1800">
                <a:solidFill>
                  <a:schemeClr val="dk1"/>
                </a:solidFill>
                <a:latin typeface="Calibri"/>
                <a:ea typeface="Calibri"/>
                <a:cs typeface="Calibri"/>
                <a:sym typeface="Calibri"/>
              </a:rPr>
              <a:t> → Neutral</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9"/>
          <p:cNvPicPr preferRelativeResize="0">
            <a:picLocks noGrp="1"/>
          </p:cNvPicPr>
          <p:nvPr>
            <p:ph type="body" idx="1"/>
          </p:nvPr>
        </p:nvPicPr>
        <p:blipFill rotWithShape="1">
          <a:blip r:embed="rId3">
            <a:alphaModFix/>
          </a:blip>
          <a:srcRect/>
          <a:stretch/>
        </p:blipFill>
        <p:spPr>
          <a:xfrm>
            <a:off x="0" y="13650"/>
            <a:ext cx="9252600" cy="6858000"/>
          </a:xfrm>
          <a:prstGeom prst="rect">
            <a:avLst/>
          </a:prstGeom>
          <a:noFill/>
          <a:ln>
            <a:noFill/>
          </a:ln>
        </p:spPr>
      </p:pic>
      <p:pic>
        <p:nvPicPr>
          <p:cNvPr id="148" name="Google Shape;148;p19"/>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49" name="Google Shape;149;p19"/>
          <p:cNvSpPr txBox="1"/>
          <p:nvPr/>
        </p:nvSpPr>
        <p:spPr>
          <a:xfrm>
            <a:off x="331925" y="216475"/>
            <a:ext cx="9079800" cy="5651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None/>
            </a:pPr>
            <a:r>
              <a:rPr lang="en-US" sz="1800" b="1">
                <a:solidFill>
                  <a:schemeClr val="dk1"/>
                </a:solidFill>
                <a:latin typeface="Calibri"/>
                <a:ea typeface="Calibri"/>
                <a:cs typeface="Calibri"/>
                <a:sym typeface="Calibri"/>
              </a:rPr>
              <a:t>D. Feature Engineering &amp; Model Building</a:t>
            </a:r>
            <a:endParaRPr sz="1800" b="1">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Applied </a:t>
            </a:r>
            <a:r>
              <a:rPr lang="en-US" sz="1800" b="1">
                <a:solidFill>
                  <a:schemeClr val="dk1"/>
                </a:solidFill>
                <a:latin typeface="Calibri"/>
                <a:ea typeface="Calibri"/>
                <a:cs typeface="Calibri"/>
                <a:sym typeface="Calibri"/>
              </a:rPr>
              <a:t>TF-IDF Vectorizer</a:t>
            </a:r>
            <a:r>
              <a:rPr lang="en-US" sz="1800">
                <a:solidFill>
                  <a:schemeClr val="dk1"/>
                </a:solidFill>
                <a:latin typeface="Calibri"/>
                <a:ea typeface="Calibri"/>
                <a:cs typeface="Calibri"/>
                <a:sym typeface="Calibri"/>
              </a:rPr>
              <a:t> for feature extraction</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Split data: 80% training, 20% testing</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Chose </a:t>
            </a:r>
            <a:r>
              <a:rPr lang="en-US" sz="1800" b="1">
                <a:solidFill>
                  <a:schemeClr val="dk1"/>
                </a:solidFill>
                <a:latin typeface="Calibri"/>
                <a:ea typeface="Calibri"/>
                <a:cs typeface="Calibri"/>
                <a:sym typeface="Calibri"/>
              </a:rPr>
              <a:t>Logistic Regression</a:t>
            </a:r>
            <a:r>
              <a:rPr lang="en-US" sz="1800">
                <a:solidFill>
                  <a:schemeClr val="dk1"/>
                </a:solidFill>
                <a:latin typeface="Calibri"/>
                <a:ea typeface="Calibri"/>
                <a:cs typeface="Calibri"/>
                <a:sym typeface="Calibri"/>
              </a:rPr>
              <a:t> for classification</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Evaluation metrics: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Accuracy</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Confusion Matrix</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1"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Precision, Recall, F1-Score</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457200" lvl="0" indent="0" algn="just"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0"/>
          <p:cNvPicPr preferRelativeResize="0">
            <a:picLocks noGrp="1"/>
          </p:cNvPicPr>
          <p:nvPr>
            <p:ph type="body" idx="1"/>
          </p:nvPr>
        </p:nvPicPr>
        <p:blipFill rotWithShape="1">
          <a:blip r:embed="rId3">
            <a:alphaModFix/>
          </a:blip>
          <a:srcRect/>
          <a:stretch/>
        </p:blipFill>
        <p:spPr>
          <a:xfrm>
            <a:off x="0" y="13650"/>
            <a:ext cx="9252600" cy="6858000"/>
          </a:xfrm>
          <a:prstGeom prst="rect">
            <a:avLst/>
          </a:prstGeom>
          <a:noFill/>
          <a:ln>
            <a:noFill/>
          </a:ln>
        </p:spPr>
      </p:pic>
      <p:pic>
        <p:nvPicPr>
          <p:cNvPr id="156" name="Google Shape;156;p20"/>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57" name="Google Shape;157;p20"/>
          <p:cNvSpPr txBox="1"/>
          <p:nvPr/>
        </p:nvSpPr>
        <p:spPr>
          <a:xfrm>
            <a:off x="331925" y="187600"/>
            <a:ext cx="9079800" cy="45306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800" b="1">
                <a:solidFill>
                  <a:schemeClr val="dk1"/>
                </a:solidFill>
                <a:latin typeface="Calibri"/>
                <a:ea typeface="Calibri"/>
                <a:cs typeface="Calibri"/>
                <a:sym typeface="Calibri"/>
              </a:rPr>
              <a:t>E. Tools Used</a:t>
            </a:r>
            <a:endParaRPr sz="1800" b="1">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chemeClr val="dk1"/>
              </a:buClr>
              <a:buSzPts val="1800"/>
              <a:buChar char="●"/>
            </a:pPr>
            <a:r>
              <a:rPr lang="en-US" sz="1800" b="1">
                <a:solidFill>
                  <a:schemeClr val="dk1"/>
                </a:solidFill>
                <a:latin typeface="Calibri"/>
                <a:ea typeface="Calibri"/>
                <a:cs typeface="Calibri"/>
                <a:sym typeface="Calibri"/>
              </a:rPr>
              <a:t>Pandas, NumPy</a:t>
            </a:r>
            <a:r>
              <a:rPr lang="en-US" sz="1800">
                <a:solidFill>
                  <a:schemeClr val="dk1"/>
                </a:solidFill>
                <a:latin typeface="Calibri"/>
                <a:ea typeface="Calibri"/>
                <a:cs typeface="Calibri"/>
                <a:sym typeface="Calibri"/>
              </a:rPr>
              <a:t> – Data processing</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r>
              <a:rPr lang="en-US" sz="1800" b="1">
                <a:solidFill>
                  <a:schemeClr val="dk1"/>
                </a:solidFill>
                <a:latin typeface="Calibri"/>
                <a:ea typeface="Calibri"/>
                <a:cs typeface="Calibri"/>
                <a:sym typeface="Calibri"/>
              </a:rPr>
              <a:t>NLTK</a:t>
            </a:r>
            <a:r>
              <a:rPr lang="en-US" sz="1800">
                <a:solidFill>
                  <a:schemeClr val="dk1"/>
                </a:solidFill>
                <a:latin typeface="Calibri"/>
                <a:ea typeface="Calibri"/>
                <a:cs typeface="Calibri"/>
                <a:sym typeface="Calibri"/>
              </a:rPr>
              <a:t> – Text preprocessing</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r>
              <a:rPr lang="en-US" sz="1800" b="1">
                <a:solidFill>
                  <a:schemeClr val="dk1"/>
                </a:solidFill>
                <a:latin typeface="Calibri"/>
                <a:ea typeface="Calibri"/>
                <a:cs typeface="Calibri"/>
                <a:sym typeface="Calibri"/>
              </a:rPr>
              <a:t>Scikit-learn</a:t>
            </a:r>
            <a:r>
              <a:rPr lang="en-US" sz="1800">
                <a:solidFill>
                  <a:schemeClr val="dk1"/>
                </a:solidFill>
                <a:latin typeface="Calibri"/>
                <a:ea typeface="Calibri"/>
                <a:cs typeface="Calibri"/>
                <a:sym typeface="Calibri"/>
              </a:rPr>
              <a:t> – Modeling &amp; evaluation</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r>
              <a:rPr lang="en-US" sz="1800" b="1">
                <a:solidFill>
                  <a:schemeClr val="dk1"/>
                </a:solidFill>
                <a:latin typeface="Calibri"/>
                <a:ea typeface="Calibri"/>
                <a:cs typeface="Calibri"/>
                <a:sym typeface="Calibri"/>
              </a:rPr>
              <a:t>Matplotlib, Seaborn</a:t>
            </a:r>
            <a:r>
              <a:rPr lang="en-US" sz="1800">
                <a:solidFill>
                  <a:schemeClr val="dk1"/>
                </a:solidFill>
                <a:latin typeface="Calibri"/>
                <a:ea typeface="Calibri"/>
                <a:cs typeface="Calibri"/>
                <a:sym typeface="Calibri"/>
              </a:rPr>
              <a:t> – Visualization</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914400" lvl="0" indent="0" algn="l" rtl="0">
              <a:lnSpc>
                <a:spcPct val="115000"/>
              </a:lnSpc>
              <a:spcBef>
                <a:spcPts val="1200"/>
              </a:spcBef>
              <a:spcAft>
                <a:spcPts val="0"/>
              </a:spcAft>
              <a:buNone/>
            </a:pPr>
            <a:r>
              <a:rPr lang="en-US" sz="1800" b="1">
                <a:solidFill>
                  <a:schemeClr val="dk1"/>
                </a:solidFill>
                <a:latin typeface="Calibri"/>
                <a:ea typeface="Calibri"/>
                <a:cs typeface="Calibri"/>
                <a:sym typeface="Calibri"/>
              </a:rPr>
              <a:t>TextBlob</a:t>
            </a:r>
            <a:r>
              <a:rPr lang="en-US" sz="1800">
                <a:solidFill>
                  <a:schemeClr val="dk1"/>
                </a:solidFill>
                <a:latin typeface="Calibri"/>
                <a:ea typeface="Calibri"/>
                <a:cs typeface="Calibri"/>
                <a:sym typeface="Calibri"/>
              </a:rPr>
              <a:t> – Sentiment analysis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endParaRPr sz="1100">
              <a:solidFill>
                <a:schemeClr val="dk1"/>
              </a:solidFill>
            </a:endParaRPr>
          </a:p>
          <a:p>
            <a:pPr marL="457200" lvl="0" indent="0" algn="just"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21"/>
          <p:cNvPicPr preferRelativeResize="0">
            <a:picLocks noGrp="1"/>
          </p:cNvPicPr>
          <p:nvPr>
            <p:ph type="body" idx="1"/>
          </p:nvPr>
        </p:nvPicPr>
        <p:blipFill rotWithShape="1">
          <a:blip r:embed="rId3">
            <a:alphaModFix/>
          </a:blip>
          <a:srcRect/>
          <a:stretch/>
        </p:blipFill>
        <p:spPr>
          <a:xfrm>
            <a:off x="1" y="0"/>
            <a:ext cx="9180512" cy="6885384"/>
          </a:xfrm>
          <a:prstGeom prst="rect">
            <a:avLst/>
          </a:prstGeom>
          <a:noFill/>
          <a:ln>
            <a:noFill/>
          </a:ln>
        </p:spPr>
      </p:pic>
      <p:sp>
        <p:nvSpPr>
          <p:cNvPr id="164" name="Google Shape;164;p21"/>
          <p:cNvSpPr/>
          <p:nvPr/>
        </p:nvSpPr>
        <p:spPr>
          <a:xfrm>
            <a:off x="103414" y="298973"/>
            <a:ext cx="6844849" cy="58477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chemeClr val="dk1"/>
                </a:solidFill>
                <a:latin typeface="Verdana"/>
                <a:ea typeface="Verdana"/>
                <a:cs typeface="Verdana"/>
                <a:sym typeface="Verdana"/>
              </a:rPr>
              <a:t>Expected Results &amp; Impact</a:t>
            </a:r>
            <a:endParaRPr sz="3200" b="1" i="0" u="none" strike="noStrike" cap="none">
              <a:solidFill>
                <a:srgbClr val="E31E24"/>
              </a:solidFill>
              <a:latin typeface="Calibri"/>
              <a:ea typeface="Calibri"/>
              <a:cs typeface="Calibri"/>
              <a:sym typeface="Calibri"/>
            </a:endParaRPr>
          </a:p>
        </p:txBody>
      </p:sp>
      <p:cxnSp>
        <p:nvCxnSpPr>
          <p:cNvPr id="165" name="Google Shape;165;p21"/>
          <p:cNvCxnSpPr/>
          <p:nvPr/>
        </p:nvCxnSpPr>
        <p:spPr>
          <a:xfrm>
            <a:off x="0" y="1061448"/>
            <a:ext cx="9180513" cy="0"/>
          </a:xfrm>
          <a:prstGeom prst="straightConnector1">
            <a:avLst/>
          </a:prstGeom>
          <a:noFill/>
          <a:ln w="25400" cap="flat" cmpd="sng">
            <a:solidFill>
              <a:srgbClr val="0060AA"/>
            </a:solidFill>
            <a:prstDash val="solid"/>
            <a:round/>
            <a:headEnd type="none" w="sm" len="sm"/>
            <a:tailEnd type="none" w="sm" len="sm"/>
          </a:ln>
        </p:spPr>
      </p:cxnSp>
      <p:pic>
        <p:nvPicPr>
          <p:cNvPr id="166" name="Google Shape;166;p21"/>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67" name="Google Shape;167;p21"/>
          <p:cNvSpPr txBox="1"/>
          <p:nvPr/>
        </p:nvSpPr>
        <p:spPr>
          <a:xfrm>
            <a:off x="179512" y="1293834"/>
            <a:ext cx="8784976" cy="372794"/>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0" i="0" u="none" strike="noStrike" cap="none">
                <a:solidFill>
                  <a:srgbClr val="000000"/>
                </a:solidFill>
                <a:latin typeface="Verdana"/>
                <a:ea typeface="Verdana"/>
                <a:cs typeface="Verdana"/>
                <a:sym typeface="Verdana"/>
              </a:rPr>
              <a:t> </a:t>
            </a:r>
            <a:endParaRPr sz="2800" b="0" i="0" u="none" strike="noStrike" cap="none">
              <a:solidFill>
                <a:schemeClr val="dk1"/>
              </a:solidFill>
              <a:latin typeface="Calibri"/>
              <a:ea typeface="Calibri"/>
              <a:cs typeface="Calibri"/>
              <a:sym typeface="Calibri"/>
            </a:endParaRPr>
          </a:p>
        </p:txBody>
      </p:sp>
      <p:sp>
        <p:nvSpPr>
          <p:cNvPr id="168" name="Google Shape;168;p21"/>
          <p:cNvSpPr txBox="1"/>
          <p:nvPr/>
        </p:nvSpPr>
        <p:spPr>
          <a:xfrm>
            <a:off x="256800" y="1239150"/>
            <a:ext cx="8630400" cy="5208600"/>
          </a:xfrm>
          <a:prstGeom prst="rect">
            <a:avLst/>
          </a:prstGeom>
          <a:noFill/>
          <a:ln>
            <a:noFill/>
          </a:ln>
        </p:spPr>
        <p:txBody>
          <a:bodyPr spcFirstLastPara="1" wrap="square" lIns="91425" tIns="45700" rIns="91425" bIns="45700" anchor="t" anchorCtr="0">
            <a:spAutoFit/>
          </a:bodyPr>
          <a:lstStyle/>
          <a:p>
            <a:pPr marL="0" lvl="0" indent="0" algn="just" rtl="0">
              <a:spcBef>
                <a:spcPts val="0"/>
              </a:spcBef>
              <a:spcAft>
                <a:spcPts val="0"/>
              </a:spcAft>
              <a:buNone/>
            </a:pPr>
            <a:r>
              <a:rPr lang="en-US" sz="1800">
                <a:solidFill>
                  <a:schemeClr val="dk1"/>
                </a:solidFill>
                <a:latin typeface="Calibri"/>
                <a:ea typeface="Calibri"/>
                <a:cs typeface="Calibri"/>
                <a:sym typeface="Calibri"/>
              </a:rPr>
              <a:t>Gained hands-on experience in:</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Natural Language Processing (NLP)</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Sentiment labeling using TextBlob</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ML model building with logistic regression</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US" sz="1800" b="1">
                <a:solidFill>
                  <a:schemeClr val="dk1"/>
                </a:solidFill>
                <a:latin typeface="Calibri"/>
                <a:ea typeface="Calibri"/>
                <a:cs typeface="Calibri"/>
                <a:sym typeface="Calibri"/>
              </a:rPr>
              <a:t>Future Scope:</a:t>
            </a:r>
            <a:endParaRPr sz="1800" b="1">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Upgrade to deep learning models like </a:t>
            </a:r>
            <a:r>
              <a:rPr lang="en-US" sz="1800" b="1">
                <a:solidFill>
                  <a:schemeClr val="dk1"/>
                </a:solidFill>
                <a:latin typeface="Calibri"/>
                <a:ea typeface="Calibri"/>
                <a:cs typeface="Calibri"/>
                <a:sym typeface="Calibri"/>
              </a:rPr>
              <a:t>LSTM</a:t>
            </a:r>
            <a:r>
              <a:rPr lang="en-US" sz="1800">
                <a:solidFill>
                  <a:schemeClr val="dk1"/>
                </a:solidFill>
                <a:latin typeface="Calibri"/>
                <a:ea typeface="Calibri"/>
                <a:cs typeface="Calibri"/>
                <a:sym typeface="Calibri"/>
              </a:rPr>
              <a:t> or </a:t>
            </a:r>
            <a:r>
              <a:rPr lang="en-US" sz="1800" b="1">
                <a:solidFill>
                  <a:schemeClr val="dk1"/>
                </a:solidFill>
                <a:latin typeface="Calibri"/>
                <a:ea typeface="Calibri"/>
                <a:cs typeface="Calibri"/>
                <a:sym typeface="Calibri"/>
              </a:rPr>
              <a:t>BERT</a:t>
            </a:r>
            <a:br>
              <a:rPr lang="en-US" sz="1800" b="1">
                <a:solidFill>
                  <a:schemeClr val="dk1"/>
                </a:solidFill>
                <a:latin typeface="Calibri"/>
                <a:ea typeface="Calibri"/>
                <a:cs typeface="Calibri"/>
                <a:sym typeface="Calibri"/>
              </a:rPr>
            </a:br>
            <a:endParaRPr sz="1800" b="1">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Implement </a:t>
            </a:r>
            <a:r>
              <a:rPr lang="en-US" sz="1800" b="1">
                <a:solidFill>
                  <a:schemeClr val="dk1"/>
                </a:solidFill>
                <a:latin typeface="Calibri"/>
                <a:ea typeface="Calibri"/>
                <a:cs typeface="Calibri"/>
                <a:sym typeface="Calibri"/>
              </a:rPr>
              <a:t>live tweet scraping</a:t>
            </a:r>
            <a:r>
              <a:rPr lang="en-US" sz="1800">
                <a:solidFill>
                  <a:schemeClr val="dk1"/>
                </a:solidFill>
                <a:latin typeface="Calibri"/>
                <a:ea typeface="Calibri"/>
                <a:cs typeface="Calibri"/>
                <a:sym typeface="Calibri"/>
              </a:rPr>
              <a:t> via Tweepy API</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Deploy model using </a:t>
            </a:r>
            <a:r>
              <a:rPr lang="en-US" sz="1800" b="1">
                <a:solidFill>
                  <a:schemeClr val="dk1"/>
                </a:solidFill>
                <a:latin typeface="Calibri"/>
                <a:ea typeface="Calibri"/>
                <a:cs typeface="Calibri"/>
                <a:sym typeface="Calibri"/>
              </a:rPr>
              <a:t>Flask</a:t>
            </a:r>
            <a:r>
              <a:rPr lang="en-US" sz="1800">
                <a:solidFill>
                  <a:schemeClr val="dk1"/>
                </a:solidFill>
                <a:latin typeface="Calibri"/>
                <a:ea typeface="Calibri"/>
                <a:cs typeface="Calibri"/>
                <a:sym typeface="Calibri"/>
              </a:rPr>
              <a:t> or </a:t>
            </a:r>
            <a:r>
              <a:rPr lang="en-US" sz="1800" b="1">
                <a:solidFill>
                  <a:schemeClr val="dk1"/>
                </a:solidFill>
                <a:latin typeface="Calibri"/>
                <a:ea typeface="Calibri"/>
                <a:cs typeface="Calibri"/>
                <a:sym typeface="Calibri"/>
              </a:rPr>
              <a:t>Streamlit</a:t>
            </a:r>
            <a:r>
              <a:rPr lang="en-US" sz="1800">
                <a:solidFill>
                  <a:schemeClr val="dk1"/>
                </a:solidFill>
                <a:latin typeface="Calibri"/>
                <a:ea typeface="Calibri"/>
                <a:cs typeface="Calibri"/>
                <a:sym typeface="Calibri"/>
              </a:rPr>
              <a:t> for real-time access</a:t>
            </a:r>
            <a:endParaRPr sz="1800">
              <a:solidFill>
                <a:schemeClr val="dk1"/>
              </a:solidFill>
              <a:latin typeface="Calibri"/>
              <a:ea typeface="Calibri"/>
              <a:cs typeface="Calibri"/>
              <a:sym typeface="Calibri"/>
            </a:endParaRPr>
          </a:p>
          <a:p>
            <a:pPr marL="0" marR="0" lvl="0" indent="-114300" algn="just" rtl="0">
              <a:spcBef>
                <a:spcPts val="0"/>
              </a:spcBef>
              <a:spcAft>
                <a:spcPts val="0"/>
              </a:spcAft>
              <a:buClr>
                <a:schemeClr val="dk1"/>
              </a:buClr>
              <a:buSzPts val="1800"/>
              <a:buFont typeface="Calibri"/>
              <a:buChar char="•"/>
            </a:pPr>
            <a:endParaRPr sz="1800" b="1">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22"/>
          <p:cNvPicPr preferRelativeResize="0">
            <a:picLocks noGrp="1"/>
          </p:cNvPicPr>
          <p:nvPr>
            <p:ph type="body" idx="1"/>
          </p:nvPr>
        </p:nvPicPr>
        <p:blipFill rotWithShape="1">
          <a:blip r:embed="rId3">
            <a:alphaModFix/>
          </a:blip>
          <a:srcRect/>
          <a:stretch/>
        </p:blipFill>
        <p:spPr>
          <a:xfrm>
            <a:off x="1" y="0"/>
            <a:ext cx="9180600" cy="6885300"/>
          </a:xfrm>
          <a:prstGeom prst="rect">
            <a:avLst/>
          </a:prstGeom>
          <a:noFill/>
          <a:ln>
            <a:noFill/>
          </a:ln>
        </p:spPr>
      </p:pic>
      <p:sp>
        <p:nvSpPr>
          <p:cNvPr id="175" name="Google Shape;175;p22"/>
          <p:cNvSpPr/>
          <p:nvPr/>
        </p:nvSpPr>
        <p:spPr>
          <a:xfrm>
            <a:off x="177133" y="346645"/>
            <a:ext cx="82809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chemeClr val="dk1"/>
                </a:solidFill>
                <a:latin typeface="Verdana"/>
                <a:ea typeface="Verdana"/>
                <a:cs typeface="Verdana"/>
                <a:sym typeface="Verdana"/>
              </a:rPr>
              <a:t>References</a:t>
            </a:r>
            <a:endParaRPr sz="3200" b="1" i="0" u="none" strike="noStrike" cap="none">
              <a:solidFill>
                <a:srgbClr val="E31E24"/>
              </a:solidFill>
              <a:latin typeface="Calibri"/>
              <a:ea typeface="Calibri"/>
              <a:cs typeface="Calibri"/>
              <a:sym typeface="Calibri"/>
            </a:endParaRPr>
          </a:p>
        </p:txBody>
      </p:sp>
      <p:cxnSp>
        <p:nvCxnSpPr>
          <p:cNvPr id="176" name="Google Shape;176;p22"/>
          <p:cNvCxnSpPr/>
          <p:nvPr/>
        </p:nvCxnSpPr>
        <p:spPr>
          <a:xfrm>
            <a:off x="0" y="1061448"/>
            <a:ext cx="9180513" cy="0"/>
          </a:xfrm>
          <a:prstGeom prst="straightConnector1">
            <a:avLst/>
          </a:prstGeom>
          <a:noFill/>
          <a:ln w="25400" cap="flat" cmpd="sng">
            <a:solidFill>
              <a:srgbClr val="0060AA"/>
            </a:solidFill>
            <a:prstDash val="solid"/>
            <a:round/>
            <a:headEnd type="none" w="sm" len="sm"/>
            <a:tailEnd type="none" w="sm" len="sm"/>
          </a:ln>
        </p:spPr>
      </p:cxnSp>
      <p:pic>
        <p:nvPicPr>
          <p:cNvPr id="177" name="Google Shape;177;p22"/>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78" name="Google Shape;178;p22"/>
          <p:cNvSpPr txBox="1"/>
          <p:nvPr/>
        </p:nvSpPr>
        <p:spPr>
          <a:xfrm>
            <a:off x="179512" y="1293834"/>
            <a:ext cx="8784900" cy="2566800"/>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0" i="0" u="none" strike="noStrike" cap="none">
                <a:solidFill>
                  <a:srgbClr val="000000"/>
                </a:solidFill>
                <a:latin typeface="Verdana"/>
                <a:ea typeface="Verdana"/>
                <a:cs typeface="Verdana"/>
                <a:sym typeface="Verdana"/>
              </a:rPr>
              <a:t> </a:t>
            </a:r>
            <a:r>
              <a:rPr lang="en-US" sz="1800">
                <a:solidFill>
                  <a:schemeClr val="dk1"/>
                </a:solidFill>
                <a:latin typeface="Calibri"/>
                <a:ea typeface="Calibri"/>
                <a:cs typeface="Calibri"/>
                <a:sym typeface="Calibri"/>
              </a:rPr>
              <a:t>Use APA format:</a:t>
            </a:r>
            <a:endParaRPr sz="1800">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Bird, S. et al. (2009). </a:t>
            </a:r>
            <a:r>
              <a:rPr lang="en-US" sz="1800" i="1">
                <a:solidFill>
                  <a:schemeClr val="dk1"/>
                </a:solidFill>
                <a:latin typeface="Calibri"/>
                <a:ea typeface="Calibri"/>
                <a:cs typeface="Calibri"/>
                <a:sym typeface="Calibri"/>
              </a:rPr>
              <a:t>Natural Language Processing with Python</a:t>
            </a:r>
            <a:r>
              <a:rPr lang="en-US" sz="1800">
                <a:solidFill>
                  <a:schemeClr val="dk1"/>
                </a:solidFill>
                <a:latin typeface="Calibri"/>
                <a:ea typeface="Calibri"/>
                <a:cs typeface="Calibri"/>
                <a:sym typeface="Calibri"/>
              </a:rPr>
              <a:t>. O'Reilly.</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Loria, S. (2018). </a:t>
            </a:r>
            <a:r>
              <a:rPr lang="en-US" sz="1800" i="1">
                <a:solidFill>
                  <a:schemeClr val="dk1"/>
                </a:solidFill>
                <a:latin typeface="Calibri"/>
                <a:ea typeface="Calibri"/>
                <a:cs typeface="Calibri"/>
                <a:sym typeface="Calibri"/>
              </a:rPr>
              <a:t>TextBlob Documentation</a:t>
            </a: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Kaggle datasets, Twitter API documentation</a:t>
            </a:r>
            <a:endParaRPr sz="1800">
              <a:solidFill>
                <a:schemeClr val="dk1"/>
              </a:solidFill>
              <a:latin typeface="Calibri"/>
              <a:ea typeface="Calibri"/>
              <a:cs typeface="Calibri"/>
              <a:sym typeface="Calibri"/>
            </a:endParaRPr>
          </a:p>
          <a:p>
            <a:pPr marL="0" marR="0" lvl="0" indent="0" algn="just" rtl="0">
              <a:lnSpc>
                <a:spcPct val="107000"/>
              </a:lnSpc>
              <a:spcBef>
                <a:spcPts val="1200"/>
              </a:spcBef>
              <a:spcAft>
                <a:spcPts val="0"/>
              </a:spcAft>
              <a:buNone/>
            </a:pPr>
            <a:endParaRPr sz="1800">
              <a:latin typeface="Verdana"/>
              <a:ea typeface="Verdana"/>
              <a:cs typeface="Verdana"/>
              <a:sym typeface="Verdana"/>
            </a:endParaRPr>
          </a:p>
        </p:txBody>
      </p:sp>
      <p:sp>
        <p:nvSpPr>
          <p:cNvPr id="179" name="Google Shape;179;p22"/>
          <p:cNvSpPr txBox="1"/>
          <p:nvPr/>
        </p:nvSpPr>
        <p:spPr>
          <a:xfrm rot="298036">
            <a:off x="-332620" y="1003206"/>
            <a:ext cx="6624580" cy="369497"/>
          </a:xfrm>
          <a:prstGeom prst="rect">
            <a:avLst/>
          </a:prstGeom>
          <a:noFill/>
          <a:ln>
            <a:noFill/>
          </a:ln>
        </p:spPr>
        <p:txBody>
          <a:bodyPr spcFirstLastPara="1" wrap="square" lIns="91425" tIns="45700" rIns="91425" bIns="45700" anchor="t" anchorCtr="0">
            <a:spAutoFit/>
          </a:bodyPr>
          <a:lstStyle/>
          <a:p>
            <a:pPr marL="457200" marR="0" lvl="0"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3"/>
          <p:cNvPicPr preferRelativeResize="0">
            <a:picLocks noGrp="1"/>
          </p:cNvPicPr>
          <p:nvPr>
            <p:ph type="body" idx="1"/>
          </p:nvPr>
        </p:nvPicPr>
        <p:blipFill rotWithShape="1">
          <a:blip r:embed="rId3">
            <a:alphaModFix/>
          </a:blip>
          <a:srcRect/>
          <a:stretch/>
        </p:blipFill>
        <p:spPr>
          <a:xfrm>
            <a:off x="0" y="0"/>
            <a:ext cx="9180512" cy="6858000"/>
          </a:xfrm>
          <a:prstGeom prst="rect">
            <a:avLst/>
          </a:prstGeom>
          <a:noFill/>
          <a:ln>
            <a:noFill/>
          </a:ln>
        </p:spPr>
      </p:pic>
      <p:pic>
        <p:nvPicPr>
          <p:cNvPr id="185" name="Google Shape;185;p23"/>
          <p:cNvPicPr preferRelativeResize="0"/>
          <p:nvPr/>
        </p:nvPicPr>
        <p:blipFill rotWithShape="1">
          <a:blip r:embed="rId4">
            <a:alphaModFix/>
          </a:blip>
          <a:srcRect/>
          <a:stretch/>
        </p:blipFill>
        <p:spPr>
          <a:xfrm>
            <a:off x="72008" y="6309320"/>
            <a:ext cx="2411760" cy="346691"/>
          </a:xfrm>
          <a:prstGeom prst="rect">
            <a:avLst/>
          </a:prstGeom>
          <a:noFill/>
          <a:ln>
            <a:noFill/>
          </a:ln>
        </p:spPr>
      </p:pic>
      <p:sp>
        <p:nvSpPr>
          <p:cNvPr id="186" name="Google Shape;186;p23"/>
          <p:cNvSpPr txBox="1"/>
          <p:nvPr/>
        </p:nvSpPr>
        <p:spPr>
          <a:xfrm>
            <a:off x="1835696" y="2708920"/>
            <a:ext cx="5651034"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0" i="0" u="none" strike="noStrike" cap="none">
                <a:solidFill>
                  <a:srgbClr val="0060AA"/>
                </a:solidFill>
                <a:latin typeface="Garamond"/>
                <a:ea typeface="Garamond"/>
                <a:cs typeface="Garamond"/>
                <a:sym typeface="Garamond"/>
              </a:rPr>
              <a:t>THANK</a:t>
            </a:r>
            <a:r>
              <a:rPr lang="en-US" sz="7200" b="0" i="0" u="none" strike="noStrike" cap="none">
                <a:solidFill>
                  <a:schemeClr val="dk1"/>
                </a:solidFill>
                <a:latin typeface="Garamond"/>
                <a:ea typeface="Garamond"/>
                <a:cs typeface="Garamond"/>
                <a:sym typeface="Garamond"/>
              </a:rPr>
              <a:t> </a:t>
            </a:r>
            <a:r>
              <a:rPr lang="en-US" sz="7200" b="0" i="0" u="none" strike="noStrike" cap="none">
                <a:solidFill>
                  <a:srgbClr val="E31E24"/>
                </a:solidFill>
                <a:latin typeface="Garamond"/>
                <a:ea typeface="Garamond"/>
                <a:cs typeface="Garamond"/>
                <a:sym typeface="Garamond"/>
              </a:rPr>
              <a:t>YOU</a:t>
            </a:r>
            <a:endParaRPr sz="7200" b="0" i="0" u="none" strike="noStrike" cap="none">
              <a:solidFill>
                <a:schemeClr val="dk1"/>
              </a:solidFill>
              <a:latin typeface="Garamond"/>
              <a:ea typeface="Garamond"/>
              <a:cs typeface="Garamond"/>
              <a:sym typeface="Garamon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664</Words>
  <Application>Microsoft Office PowerPoint</Application>
  <PresentationFormat>On-screen Show (4:3)</PresentationFormat>
  <Paragraphs>104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Times New Roman</vt:lpstr>
      <vt:lpstr>Verdana</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Amay YADAV</cp:lastModifiedBy>
  <cp:revision>1</cp:revision>
  <dcterms:modified xsi:type="dcterms:W3CDTF">2025-05-02T06:17:19Z</dcterms:modified>
</cp:coreProperties>
</file>